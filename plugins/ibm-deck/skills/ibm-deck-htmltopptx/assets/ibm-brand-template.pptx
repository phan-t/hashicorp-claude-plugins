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0/main" xmlns:ns4="http://schemas.microsoft.com/office/powerpoint/2012/main" showSpecialPlsOnTitleSld="0" autoCompressPictures="0">
  <ns0:sldMasterIdLst>
    <ns0:sldMasterId id="2147483962" ns1:id="rId1"/>
  </ns0:sldMasterIdLst>
  <ns0:notesMasterIdLst>
    <ns0:notesMasterId ns1:id="rId96"/>
  </ns0:notesMasterIdLst>
  <ns0:handoutMasterIdLst>
    <ns0:handoutMasterId ns1:id="rId97"/>
  </ns0:handoutMasterIdLst>
  <ns0:sldSz cx="24387175" cy="13716000"/>
  <ns0:notesSz cx="6858000" cy="9144000"/>
  <ns0:defaultTextStyle>
    <ns2:defPPr>
      <ns2:defRPr lang="en-US"/>
    </ns2:defPPr>
    <ns2:lvl1pPr marL="0" algn="l" defTabSz="1829379" rtl="0" eaLnBrk="1" latinLnBrk="0" hangingPunct="1">
      <ns2:defRPr sz="3600" kern="1200">
        <ns2:solidFill>
          <ns2:schemeClr val="tx1"/>
        </ns2:solidFill>
        <ns2:latin typeface="+mn-lt"/>
        <ns2:ea typeface="+mn-ea"/>
        <ns2:cs typeface="+mn-cs"/>
      </ns2:defRPr>
    </ns2:lvl1pPr>
    <ns2:lvl2pPr marL="914688" algn="l" defTabSz="1829379" rtl="0" eaLnBrk="1" latinLnBrk="0" hangingPunct="1">
      <ns2:defRPr sz="3600" kern="1200">
        <ns2:solidFill>
          <ns2:schemeClr val="tx1"/>
        </ns2:solidFill>
        <ns2:latin typeface="+mn-lt"/>
        <ns2:ea typeface="+mn-ea"/>
        <ns2:cs typeface="+mn-cs"/>
      </ns2:defRPr>
    </ns2:lvl2pPr>
    <ns2:lvl3pPr marL="1829379" algn="l" defTabSz="1829379" rtl="0" eaLnBrk="1" latinLnBrk="0" hangingPunct="1">
      <ns2:defRPr sz="3600" kern="1200">
        <ns2:solidFill>
          <ns2:schemeClr val="tx1"/>
        </ns2:solidFill>
        <ns2:latin typeface="+mn-lt"/>
        <ns2:ea typeface="+mn-ea"/>
        <ns2:cs typeface="+mn-cs"/>
      </ns2:defRPr>
    </ns2:lvl3pPr>
    <ns2:lvl4pPr marL="2744068" algn="l" defTabSz="1829379" rtl="0" eaLnBrk="1" latinLnBrk="0" hangingPunct="1">
      <ns2:defRPr sz="3600" kern="1200">
        <ns2:solidFill>
          <ns2:schemeClr val="tx1"/>
        </ns2:solidFill>
        <ns2:latin typeface="+mn-lt"/>
        <ns2:ea typeface="+mn-ea"/>
        <ns2:cs typeface="+mn-cs"/>
      </ns2:defRPr>
    </ns2:lvl4pPr>
    <ns2:lvl5pPr marL="3658759" algn="l" defTabSz="1829379" rtl="0" eaLnBrk="1" latinLnBrk="0" hangingPunct="1">
      <ns2:defRPr sz="3600" kern="1200">
        <ns2:solidFill>
          <ns2:schemeClr val="tx1"/>
        </ns2:solidFill>
        <ns2:latin typeface="+mn-lt"/>
        <ns2:ea typeface="+mn-ea"/>
        <ns2:cs typeface="+mn-cs"/>
      </ns2:defRPr>
    </ns2:lvl5pPr>
    <ns2:lvl6pPr marL="4573447" algn="l" defTabSz="1829379" rtl="0" eaLnBrk="1" latinLnBrk="0" hangingPunct="1">
      <ns2:defRPr sz="3600" kern="1200">
        <ns2:solidFill>
          <ns2:schemeClr val="tx1"/>
        </ns2:solidFill>
        <ns2:latin typeface="+mn-lt"/>
        <ns2:ea typeface="+mn-ea"/>
        <ns2:cs typeface="+mn-cs"/>
      </ns2:defRPr>
    </ns2:lvl6pPr>
    <ns2:lvl7pPr marL="5488138" algn="l" defTabSz="1829379" rtl="0" eaLnBrk="1" latinLnBrk="0" hangingPunct="1">
      <ns2:defRPr sz="3600" kern="1200">
        <ns2:solidFill>
          <ns2:schemeClr val="tx1"/>
        </ns2:solidFill>
        <ns2:latin typeface="+mn-lt"/>
        <ns2:ea typeface="+mn-ea"/>
        <ns2:cs typeface="+mn-cs"/>
      </ns2:defRPr>
    </ns2:lvl7pPr>
    <ns2:lvl8pPr marL="6402827" algn="l" defTabSz="1829379" rtl="0" eaLnBrk="1" latinLnBrk="0" hangingPunct="1">
      <ns2:defRPr sz="3600" kern="1200">
        <ns2:solidFill>
          <ns2:schemeClr val="tx1"/>
        </ns2:solidFill>
        <ns2:latin typeface="+mn-lt"/>
        <ns2:ea typeface="+mn-ea"/>
        <ns2:cs typeface="+mn-cs"/>
      </ns2:defRPr>
    </ns2:lvl8pPr>
    <ns2:lvl9pPr marL="7317518" algn="l" defTabSz="1829379" rtl="0" eaLnBrk="1" latinLnBrk="0" hangingPunct="1">
      <ns2:defRPr sz="36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521415D9-36F7-43E2-AB2F-B90AF26B5E84}">
      <ns3:sectionLst>
        <ns3:section name="Template slides" id="{4700659D-582D-3B47-8AF6-59C9324AA29A}">
          <ns3:sldIdLst>
            <ns3:sldId id="473"/>
            <ns3:sldId id="474"/>
            <ns3:sldId id="402"/>
            <ns3:sldId id="403"/>
            <ns3:sldId id="399"/>
            <ns3:sldId id="398"/>
            <ns3:sldId id="404"/>
            <ns3:sldId id="405"/>
            <ns3:sldId id="408"/>
            <ns3:sldId id="406"/>
            <ns3:sldId id="407"/>
            <ns3:sldId id="410"/>
            <ns3:sldId id="475"/>
            <ns3:sldId id="507"/>
            <ns3:sldId id="413"/>
            <ns3:sldId id="535"/>
            <ns3:sldId id="415"/>
            <ns3:sldId id="440"/>
            <ns3:sldId id="417"/>
            <ns3:sldId id="427"/>
            <ns3:sldId id="418"/>
            <ns3:sldId id="508"/>
            <ns3:sldId id="428"/>
            <ns3:sldId id="426"/>
            <ns3:sldId id="477"/>
            <ns3:sldId id="425"/>
            <ns3:sldId id="509"/>
            <ns3:sldId id="479"/>
            <ns3:sldId id="510"/>
            <ns3:sldId id="419"/>
            <ns3:sldId id="414"/>
            <ns3:sldId id="420"/>
            <ns3:sldId id="511"/>
            <ns3:sldId id="482"/>
            <ns3:sldId id="512"/>
            <ns3:sldId id="484"/>
            <ns3:sldId id="513"/>
            <ns3:sldId id="421"/>
            <ns3:sldId id="514"/>
            <ns3:sldId id="422"/>
            <ns3:sldId id="515"/>
            <ns3:sldId id="516"/>
            <ns3:sldId id="540"/>
            <ns3:sldId id="541"/>
            <ns3:sldId id="470"/>
            <ns3:sldId id="441"/>
            <ns3:sldId id="471"/>
            <ns3:sldId id="433"/>
            <ns3:sldId id="536"/>
            <ns3:sldId id="469"/>
            <ns3:sldId id="437"/>
            <ns3:sldId id="472"/>
            <ns3:sldId id="438"/>
            <ns3:sldId id="489"/>
            <ns3:sldId id="439"/>
          </ns3:sldIdLst>
        </ns3:section>
        <ns3:section name="Charts and graphs" id="{61B08F0B-ECA9-8141-86A2-02D8CC977852}">
          <ns3:sldIdLst>
            <ns3:sldId id="537"/>
            <ns3:sldId id="491"/>
            <ns3:sldId id="492"/>
            <ns3:sldId id="493"/>
            <ns3:sldId id="494"/>
            <ns3:sldId id="495"/>
            <ns3:sldId id="496"/>
            <ns3:sldId id="497"/>
            <ns3:sldId id="455"/>
            <ns3:sldId id="456"/>
            <ns3:sldId id="457"/>
            <ns3:sldId id="464"/>
            <ns3:sldId id="462"/>
            <ns3:sldId id="465"/>
            <ns3:sldId id="466"/>
            <ns3:sldId id="498"/>
            <ns3:sldId id="500"/>
            <ns3:sldId id="499"/>
            <ns3:sldId id="501"/>
            <ns3:sldId id="502"/>
            <ns3:sldId id="503"/>
            <ns3:sldId id="538"/>
            <ns3:sldId id="517"/>
            <ns3:sldId id="518"/>
            <ns3:sldId id="505"/>
            <ns3:sldId id="506"/>
          </ns3:sldIdLst>
        </ns3:section>
        <ns3:section name="Selected Pictograms" id="{A71DFE44-60A9-FA4A-8A00-EEDEE7195C5C}">
          <ns3:sldIdLst>
            <ns3:sldId id="523"/>
            <ns3:sldId id="525"/>
            <ns3:sldId id="526"/>
            <ns3:sldId id="527"/>
            <ns3:sldId id="528"/>
            <ns3:sldId id="529"/>
            <ns3:sldId id="524"/>
            <ns3:sldId id="530"/>
            <ns3:sldId id="531"/>
            <ns3:sldId id="532"/>
            <ns3:sldId id="533"/>
            <ns3:sldId id="534"/>
          </ns3:sldIdLst>
        </ns3:section>
        <ns3:section name="Microgrid" id="{B04D37AE-4F8F-3744-867F-51C1B17FCD34}">
          <ns3:sldIdLst>
            <ns3:sldId id="519"/>
          </ns3:sldIdLst>
        </ns3:section>
      </ns3:sectionLst>
    </ns0:ext>
    <ns0:ext uri="{EFAFB233-063F-42B5-8137-9DF3F51BA10A}">
      <ns4:sldGuideLst/>
    </ns0:ext>
    <ns0:ext uri="{2D200454-40CA-4A62-9FC3-DE9A4176ACB9}">
      <ns4:notesGuideLst/>
    </ns0:ext>
  </ns0:extLst>
</ns0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240C83-B322-10D6-062F-819233246F17}" name="Diana Stanciulescu" initials="DS" userId="S::diana.stanciulescu@ro.ibm.com::8457c4d8-b183-4fb8-9506-2337bdfae6b8" providerId="AD"/>
  <p188:author id="{471F5894-9527-7E5F-AE6F-3881B44FA2B8}" name="Gabriel Barbu" initials="" userId="S::gabriel.barbu@ibm.com::3d0c1c4c-23d9-4258-9226-f99453c1293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86"/>
    <p:restoredTop sz="96327"/>
  </p:normalViewPr>
  <p:slideViewPr>
    <p:cSldViewPr snapToGrid="0" snapToObjects="1">
      <p:cViewPr varScale="1">
        <p:scale>
          <a:sx n="61" d="100"/>
          <a:sy n="61" d="100"/>
        </p:scale>
        <p:origin x="1216" y="248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?>
<Relationships xmlns="http://schemas.openxmlformats.org/package/2006/relationships"><Relationship Id="rId102" Type="http://schemas.openxmlformats.org/officeDocument/2006/relationships/tableStyles" Target="tableStyles.xml" /><Relationship Id="rId103" Type="http://schemas.microsoft.com/office/2018/10/relationships/authors" Target="authors.xml" /><Relationship Id="rId96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99" Type="http://schemas.openxmlformats.org/officeDocument/2006/relationships/presProps" Target="presProps.xml" /><Relationship Id="rId101" Type="http://schemas.openxmlformats.org/officeDocument/2006/relationships/theme" Target="theme/theme1.xml" /><Relationship Id="rId97" Type="http://schemas.openxmlformats.org/officeDocument/2006/relationships/handoutMaster" Target="handoutMasters/handoutMaster1.xml" /><Relationship Id="rId100" Type="http://schemas.openxmlformats.org/officeDocument/2006/relationships/viewProps" Target="viewProps.xml" /><Relationship Id="rId98" Type="http://schemas.openxmlformats.org/officeDocument/2006/relationships/commentAuthors" Target="commentAuthor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IBM Plex Sans Light" panose="020B0503050203000203" pitchFamily="34" charset="0"/>
              <a:ea typeface="IBM Plex Sans Light" charset="0"/>
              <a:cs typeface="IBM Plex Sans Light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IBM Plex Sans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IBM Plex Sans Light" panose="020B0604020202020204" pitchFamily="34" charset="0"/>
      <a:buChar char="•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IBM Plex Sans Light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20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24387175" cy="121951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-1"/>
            <a:ext cx="24387175" cy="12195175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704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000" y="12479147"/>
            <a:ext cx="11038445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71499"/>
            <a:ext cx="11043132" cy="125786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12000"/>
            <a:ext cx="10099675" cy="9147175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69913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2078" cy="421005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6675" y="574675"/>
            <a:ext cx="4953000" cy="11617318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6" y="574675"/>
            <a:ext cx="4941888" cy="11620500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491" cy="2663825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09600"/>
            <a:ext cx="17141825" cy="8832850"/>
          </a:xfrm>
        </p:spPr>
        <p:txBody>
          <a:bodyPr/>
          <a:lstStyle>
            <a:lvl1pPr>
              <a:defRPr sz="1680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9909175" cy="420967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80000" y="384048"/>
            <a:ext cx="11042073" cy="87784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434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000" y="309600"/>
            <a:ext cx="14649450" cy="10356265"/>
          </a:xfrm>
        </p:spPr>
        <p:txBody>
          <a:bodyPr/>
          <a:lstStyle>
            <a:lvl1pPr>
              <a:lnSpc>
                <a:spcPct val="100000"/>
              </a:lnSpc>
              <a:defRPr sz="8400"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576072"/>
            <a:ext cx="7623175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00" y="9628222"/>
            <a:ext cx="11050588" cy="3353065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3587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80000" y="576072"/>
            <a:ext cx="7620000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80000" y="9628222"/>
            <a:ext cx="11049000" cy="335429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5200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7"/>
            <a:ext cx="4951413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80000" y="385200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2334654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385200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5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594475"/>
            <a:ext cx="11045952" cy="534009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00" y="309600"/>
            <a:ext cx="4949825" cy="533558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309600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7850" y="6097732"/>
            <a:ext cx="23234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6000" y="6594475"/>
            <a:ext cx="4946904" cy="534009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4048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2897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57517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957821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5125969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914082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9526645"/>
            <a:ext cx="4951411" cy="2668530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670409"/>
            <a:ext cx="7620000" cy="25247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2078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0675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044825"/>
            <a:ext cx="0" cy="91454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1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8000"/>
            <a:ext cx="495300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8859500" y="576072"/>
            <a:ext cx="495935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59500" y="3048000"/>
            <a:ext cx="495935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8000"/>
            <a:ext cx="4942078" cy="45783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4212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7" y="3047999"/>
            <a:ext cx="4941886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314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2078" cy="3117978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2" y="384048"/>
            <a:ext cx="4951414" cy="22012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153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5153" y="3047999"/>
            <a:ext cx="10096500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7999"/>
            <a:ext cx="10099675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3047999"/>
            <a:ext cx="100965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491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1"/>
            <a:ext cx="4949825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71"/>
            <a:ext cx="4941888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2078" cy="3995927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80000" y="576000"/>
            <a:ext cx="4953000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00"/>
            <a:ext cx="4941888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6" cy="421017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6" cy="3995927"/>
          </a:xfrm>
        </p:spPr>
        <p:txBody>
          <a:bodyPr rIns="0"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42078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9825" cy="4210177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31105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16790"/>
            <a:ext cx="4951413" cy="9188588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24765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3642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800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80000" y="83820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24000"/>
            <a:ext cx="4948428" cy="3048000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09016F-5759-0B27-8DB2-77BDD7980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23872"/>
            <a:ext cx="11044239" cy="4572128"/>
          </a:xfrm>
        </p:spPr>
        <p:txBody>
          <a:bodyPr rIns="457200"/>
          <a:lstStyle>
            <a:lvl1pPr>
              <a:lnSpc>
                <a:spcPct val="11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97527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42078" cy="3995928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994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5CEBFE7-AD2E-DFE8-B046-3B86682861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2695C8E-740F-09FE-EEF5-F2D3F3F881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9937119-9484-C422-CDBB-7ACF8FB463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31FDB97-22F2-B958-137D-E25328D2B0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5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499" y="576071"/>
            <a:ext cx="4946904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5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499" y="6673850"/>
            <a:ext cx="4946904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499" y="1524000"/>
            <a:ext cx="4956048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800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1524000"/>
            <a:ext cx="4953000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523999"/>
            <a:ext cx="4946904" cy="399909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499" y="7623594"/>
            <a:ext cx="4956048" cy="39982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800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80000" y="7623594"/>
            <a:ext cx="4956048" cy="399829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623594"/>
            <a:ext cx="4946904" cy="39982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00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83300"/>
            <a:ext cx="0" cy="61118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00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1649"/>
            <a:ext cx="4946904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164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76073"/>
            <a:ext cx="11041253" cy="1257160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0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71500"/>
            <a:ext cx="17137063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7850" y="571500"/>
            <a:ext cx="23226713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6000" y="3044825"/>
            <a:ext cx="2462402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6000" y="6096000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76000" y="9140825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780000" y="3044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780000" y="6096000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2780000" y="9140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3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76000"/>
            <a:ext cx="17145000" cy="1162367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table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1527049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7500" y="12782487"/>
            <a:ext cx="5524500" cy="425450"/>
          </a:xfrm>
        </p:spPr>
        <p:txBody>
          <a:bodyPr anchor="b" anchorCtr="0"/>
          <a:lstStyle>
            <a:lvl1pPr>
              <a:defRPr sz="1600">
                <a:latin typeface="IBM Plex Sans" panose="020B0503050203000203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1A85749-B0F2-6B16-9E7E-1C979593E9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6000" y="3044825"/>
            <a:ext cx="4943475" cy="9150350"/>
          </a:xfrm>
        </p:spPr>
        <p:txBody>
          <a:bodyPr/>
          <a:lstStyle>
            <a:lvl1pPr>
              <a:defRPr sz="28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800">
                <a:latin typeface="+mj-lt"/>
              </a:defRPr>
            </a:lvl3pPr>
            <a:lvl4pPr>
              <a:defRPr sz="2800">
                <a:latin typeface="+mj-lt"/>
              </a:defRPr>
            </a:lvl4pPr>
            <a:lvl5pPr>
              <a:defRPr sz="2800">
                <a:latin typeface="+mj-lt"/>
              </a:defRPr>
            </a:lvl5pPr>
          </a:lstStyle>
          <a:p>
            <a:pPr>
              <a:lnSpc>
                <a:spcPct val="110000"/>
              </a:lnSpc>
            </a:pPr>
            <a:r>
              <a:rPr lang="en-US" sz="2800" dirty="0">
                <a:latin typeface="IBM Plex Sans Light" panose="020B0403050203000203" pitchFamily="34" charset="0"/>
              </a:rPr>
              <a:t>Lorem ipsum dolor sit </a:t>
            </a:r>
            <a:r>
              <a:rPr lang="en-US" sz="2800" dirty="0" err="1">
                <a:latin typeface="IBM Plex Sans Light" panose="020B0403050203000203" pitchFamily="34" charset="0"/>
              </a:rPr>
              <a:t>amet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donec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quam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felis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ultricies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nec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pellentesque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eu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pretium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quis</a:t>
            </a:r>
            <a:r>
              <a:rPr lang="en-US" sz="2800" dirty="0">
                <a:latin typeface="IBM Plex Sans Light" panose="020B0403050203000203" pitchFamily="34" charset="0"/>
              </a:rPr>
              <a:t> sem. </a:t>
            </a:r>
            <a:r>
              <a:rPr lang="en-US" sz="2800" dirty="0" err="1">
                <a:latin typeface="IBM Plex Sans Light" panose="020B0403050203000203" pitchFamily="34" charset="0"/>
              </a:rPr>
              <a:t>Nulla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conset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massa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quis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enim</a:t>
            </a:r>
            <a:r>
              <a:rPr lang="en-US" sz="2800" dirty="0">
                <a:latin typeface="IBM Plex Sans Light" panose="020B0403050203000203" pitchFamily="34" charset="0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CF978-95F1-0188-4FBB-81AAB884C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91035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675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80000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71922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2" y="12951714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6000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Footer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04" r:id="rId3"/>
    <p:sldLayoutId id="2147483905" r:id="rId4"/>
    <p:sldLayoutId id="2147483901" r:id="rId5"/>
    <p:sldLayoutId id="2147483692" r:id="rId6"/>
    <p:sldLayoutId id="2147483906" r:id="rId7"/>
    <p:sldLayoutId id="2147483907" r:id="rId8"/>
    <p:sldLayoutId id="2147483910" r:id="rId9"/>
    <p:sldLayoutId id="2147483908" r:id="rId10"/>
    <p:sldLayoutId id="2147483909" r:id="rId11"/>
    <p:sldLayoutId id="2147483912" r:id="rId12"/>
    <p:sldLayoutId id="2147483914" r:id="rId13"/>
    <p:sldLayoutId id="2147483915" r:id="rId14"/>
    <p:sldLayoutId id="2147483913" r:id="rId15"/>
    <p:sldLayoutId id="2147483917" r:id="rId16"/>
    <p:sldLayoutId id="2147483942" r:id="rId17"/>
    <p:sldLayoutId id="2147483919" r:id="rId18"/>
    <p:sldLayoutId id="2147483929" r:id="rId19"/>
    <p:sldLayoutId id="2147483920" r:id="rId20"/>
    <p:sldLayoutId id="2147483930" r:id="rId21"/>
    <p:sldLayoutId id="2147483928" r:id="rId22"/>
    <p:sldLayoutId id="2147483948" r:id="rId23"/>
    <p:sldLayoutId id="2147483927" r:id="rId24"/>
    <p:sldLayoutId id="2147483950" r:id="rId25"/>
    <p:sldLayoutId id="2147483921" r:id="rId26"/>
    <p:sldLayoutId id="2147483916" r:id="rId27"/>
    <p:sldLayoutId id="2147483922" r:id="rId28"/>
    <p:sldLayoutId id="2147483965" r:id="rId29"/>
    <p:sldLayoutId id="2147483956" r:id="rId30"/>
    <p:sldLayoutId id="2147483923" r:id="rId31"/>
    <p:sldLayoutId id="2147483924" r:id="rId32"/>
    <p:sldLayoutId id="2147483926" r:id="rId33"/>
    <p:sldLayoutId id="2147483925" r:id="rId34"/>
    <p:sldLayoutId id="2147483959" r:id="rId35"/>
    <p:sldLayoutId id="2147483937" r:id="rId36"/>
    <p:sldLayoutId id="2147483932" r:id="rId37"/>
    <p:sldLayoutId id="2147483934" r:id="rId38"/>
    <p:sldLayoutId id="2147483935" r:id="rId39"/>
    <p:sldLayoutId id="2147483936" r:id="rId40"/>
    <p:sldLayoutId id="2147483938" r:id="rId41"/>
    <p:sldLayoutId id="2147483939" r:id="rId42"/>
    <p:sldLayoutId id="2147483964" r:id="rId43"/>
    <p:sldLayoutId id="2147483940" r:id="rId44"/>
    <p:sldLayoutId id="2147483960" r:id="rId45"/>
    <p:sldLayoutId id="2147483943" r:id="rId46"/>
    <p:sldLayoutId id="2147483963" r:id="rId47"/>
    <p:sldLayoutId id="2147483941" r:id="rId48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IBM Plex Sans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 userDrawn="1">
          <p15:clr>
            <a:srgbClr val="EE5396"/>
          </p15:clr>
        </p15:guide>
        <p15:guide id="20" orient="horz" pos="958" userDrawn="1">
          <p15:clr>
            <a:srgbClr val="EE5396"/>
          </p15:clr>
        </p15:guide>
        <p15:guide id="25" orient="horz" pos="7682" userDrawn="1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 userDrawn="1">
          <p15:clr>
            <a:srgbClr val="EE5396"/>
          </p15:clr>
        </p15:guide>
        <p15:guide id="32" orient="horz" pos="6720" userDrawn="1">
          <p15:clr>
            <a:srgbClr val="EE5396"/>
          </p15:clr>
        </p15:guide>
        <p15:guide id="33" orient="horz" pos="2880" userDrawn="1">
          <p15:clr>
            <a:srgbClr val="EE5396"/>
          </p15:clr>
        </p15:guide>
        <p15:guide id="34" orient="horz" pos="4800" userDrawn="1">
          <p15:clr>
            <a:srgbClr val="EE5396"/>
          </p15:clr>
        </p15:guide>
        <p15:guide id="35" orient="horz" pos="5758" userDrawn="1">
          <p15:clr>
            <a:srgbClr val="EE5396"/>
          </p15:clr>
        </p15:guide>
        <p15:guide id="36" orient="horz" pos="8284" userDrawn="1">
          <p15:clr>
            <a:srgbClr val="9FCC3B"/>
          </p15:clr>
        </p15:guide>
        <p15:guide id="37" orient="horz" pos="360" userDrawn="1">
          <p15:clr>
            <a:srgbClr val="9FCC3B"/>
          </p15:clr>
        </p15:guide>
      </p15:sldGuideLst>
    </p:ext>
  </p:extLst>
</p:sldMaster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68918050" id="{F04CA754-BE2C-4040-86D4-DB285EA1B18A}" vid="{1A6545FA-9223-B648-866A-185DFA4B43DC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9666</Words>
  <Application>Microsoft Macintosh PowerPoint</Application>
  <PresentationFormat>Custom</PresentationFormat>
  <Paragraphs>1372</Paragraphs>
  <Slides>94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100" baseType="lpstr">
      <vt:lpstr>IBM Plex Sans</vt:lpstr>
      <vt:lpstr>IBM Plex Sans ExtLt</vt:lpstr>
      <vt:lpstr>IBM Plex Sans Light</vt:lpstr>
      <vt:lpstr>IBM Plex Sans Medm</vt:lpstr>
      <vt:lpstr>IBM Plex Sans SmBld</vt:lpstr>
      <vt:lpstr>IBM presentation template</vt:lpstr>
      <vt:lpstr>68/84/132pt title,  5 lines maximum,  sentence case</vt:lpstr>
      <vt:lpstr>68/84/132pt title,  5 lines maximum,  sentence case</vt:lpstr>
      <vt:lpstr>68/84/132pt title,  5 lines maximum,  sentence case  28/36pt subhead or presenter name and job title</vt:lpstr>
      <vt:lpstr>68/84/132pt title,  5 lines maximum,  sentence case</vt:lpstr>
      <vt:lpstr>68/84/132pt title,  5 lines maximum,  sentence case  28/36pt subhead or presenter name and job title</vt:lpstr>
      <vt:lpstr>68/84/132pt title,  4 lines maximum,  sentence case </vt:lpstr>
      <vt:lpstr>68/84pt Contents</vt:lpstr>
      <vt:lpstr>68/84pt section divider, 3 lines maximum</vt:lpstr>
      <vt:lpstr>168pt Go  simple and big  if possible</vt:lpstr>
      <vt:lpstr>36/42/68/84pt headline,  3 lines maximum,  sentence case</vt:lpstr>
      <vt:lpstr>PowerPoint Presentation</vt:lpstr>
      <vt:lpstr>PowerPoint Presentation</vt:lpstr>
      <vt:lpstr>28/36/42pt headline,  5 lines maximum, sentence case</vt:lpstr>
      <vt:lpstr>28/36/42pt headline,  5 lines maximum, sentence case</vt:lpstr>
      <vt:lpstr>+000M</vt:lpstr>
      <vt:lpstr>28/36/42pt headline,  5 lines maximum, sentence case</vt:lpstr>
      <vt:lpstr>28/36/42pt headline, 3 lines maximum, sentence case</vt:lpstr>
      <vt:lpstr>28/36/42pt headline, 3 lines maximum, sentence case</vt:lpstr>
      <vt:lpstr>28/36/42pt headline, 5 lines maximum, sentence case</vt:lpstr>
      <vt:lpstr>24/28pt, 2 lines maximum, sentence case</vt:lpstr>
      <vt:lpstr>42/68pt</vt:lpstr>
      <vt:lpstr>42/68pt</vt:lpstr>
      <vt:lpstr>28/36/42pt headline, 3 lines maximum, sentence case</vt:lpstr>
      <vt:lpstr>68/84pt headline, 3 lines maximum, sentence case</vt:lpstr>
      <vt:lpstr>28/36/42pt headline,  5 lines maximum, sentence case</vt:lpstr>
      <vt:lpstr>68/84pt headline, 3 lines maximum, sentence case</vt:lpstr>
      <vt:lpstr>68/84pt headline, 3 lines maximum, sentence case</vt:lpstr>
      <vt:lpstr>28/36/42pt headline, 5 lines maximum, sentence case</vt:lpstr>
      <vt:lpstr>28/36/42pt headline, 5 lines maximum, sentence case</vt:lpstr>
      <vt:lpstr>42/68pt </vt:lpstr>
      <vt:lpstr>PowerPoint Presentation</vt:lpstr>
      <vt:lpstr>28/36/42pt headline,  5 lines maximum,  sentence case</vt:lpstr>
      <vt:lpstr>28/36/42pt headline,  5 lines maximum, sentence case</vt:lpstr>
      <vt:lpstr>68/84pt headline, 3 lines maximum, sentence case</vt:lpstr>
      <vt:lpstr>68/84pt headline, 3 lines maximum, sentence case</vt:lpstr>
      <vt:lpstr>PowerPoint Presentation</vt:lpstr>
      <vt:lpstr>PowerPoint Presentation</vt:lpstr>
      <vt:lpstr>68/84pt headline, 3 lines maximum, sentence case</vt:lpstr>
      <vt:lpstr>68/84pt headline, 3 lines maximum, sentence case</vt:lpstr>
      <vt:lpstr>28/36/42pt headline, 5 lines maximum, sentence case</vt:lpstr>
      <vt:lpstr>28/36/42pt headline, 5 lines maximum, sentence case</vt:lpstr>
      <vt:lpstr>28/36/42pt headline, 5 lines maximum, sentence case</vt:lpstr>
      <vt:lpstr>68/84pt headline</vt:lpstr>
      <vt:lpstr>28/36/42pt headline,  3 lines maximum, sentence case</vt:lpstr>
      <vt:lpstr>28/36/42pt headline, 3 lines maximum, sentence case</vt:lpstr>
      <vt:lpstr>28/36/42pt headline, 3 lines maximum, sentence case</vt:lpstr>
      <vt:lpstr>28/36/42pt headline, 3 lines maximum, sentence case</vt:lpstr>
      <vt:lpstr>PowerPoint Presentation</vt:lpstr>
      <vt:lpstr>PowerPoint Presentation</vt:lpstr>
      <vt:lpstr>28/36/42pt headline, 2 lines maximum, sentence case </vt:lpstr>
      <vt:lpstr>28/36/42pt headline, 5 lines maximum, sentence case </vt:lpstr>
      <vt:lpstr>28/36/42pt headline, 5 lines maximum, sentence case</vt:lpstr>
      <vt:lpstr>PowerPoint Presentation</vt:lpstr>
      <vt:lpstr>PowerPoint Presentation</vt:lpstr>
      <vt:lpstr>PowerPoint Presentation</vt:lpstr>
      <vt:lpstr>Meter</vt:lpstr>
      <vt:lpstr>Bar chart, dark</vt:lpstr>
      <vt:lpstr>Bar chart, light</vt:lpstr>
      <vt:lpstr>Donut, dark</vt:lpstr>
      <vt:lpstr>Donut, light</vt:lpstr>
      <vt:lpstr>Circular gauge</vt:lpstr>
      <vt:lpstr>Line graph</vt:lpstr>
      <vt:lpstr>Venn diagram, complex</vt:lpstr>
      <vt:lpstr>Venn diagram, fills</vt:lpstr>
      <vt:lpstr>Process diagram </vt:lpstr>
      <vt:lpstr>Technical diagram, dark</vt:lpstr>
      <vt:lpstr>Technical diagram, light</vt:lpstr>
      <vt:lpstr>Simplified diagram </vt:lpstr>
      <vt:lpstr>Gantt </vt:lpstr>
      <vt:lpstr>Timeline</vt:lpstr>
      <vt:lpstr>Hierarchy</vt:lpstr>
      <vt:lpstr>Proportion, square</vt:lpstr>
      <vt:lpstr>Proportion, circular</vt:lpstr>
      <vt:lpstr>Value tree</vt:lpstr>
      <vt:lpstr>RACI table</vt:lpstr>
      <vt:lpstr>Framework, light</vt:lpstr>
      <vt:lpstr>Framework, dark</vt:lpstr>
      <vt:lpstr>World map, simplified</vt:lpstr>
      <vt:lpstr>World map, simplified, pins</vt:lpstr>
      <vt:lpstr>World map, countries, pins</vt:lpstr>
      <vt:lpstr>World map, fills</vt:lpstr>
      <vt:lpstr>Pictograms—Black</vt:lpstr>
      <vt:lpstr>Pictograms—Black</vt:lpstr>
      <vt:lpstr>Pictograms—Black</vt:lpstr>
      <vt:lpstr>Pictograms—Black</vt:lpstr>
      <vt:lpstr>Pictograms—Black</vt:lpstr>
      <vt:lpstr>Pictograms—Black</vt:lpstr>
      <vt:lpstr>Pictograms—Blue 60</vt:lpstr>
      <vt:lpstr>Pictograms—Blue 60</vt:lpstr>
      <vt:lpstr>Pictograms—Blue 60</vt:lpstr>
      <vt:lpstr>Pictograms—Blue 60</vt:lpstr>
      <vt:lpstr>Pictograms—Blue 60</vt:lpstr>
      <vt:lpstr>Pictograms—Blue 60</vt:lpstr>
      <vt:lpstr>Microgrid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Diana Stanciulescu</dc:creator>
  <cp:keywords/>
  <dc:description/>
  <cp:lastModifiedBy>Diana Stanciulescu</cp:lastModifiedBy>
  <cp:revision>4</cp:revision>
  <cp:lastPrinted>2019-04-25T15:14:05Z</cp:lastPrinted>
  <dcterms:created xsi:type="dcterms:W3CDTF">2024-10-31T09:55:46Z</dcterms:created>
  <dcterms:modified xsi:type="dcterms:W3CDTF">2024-10-31T10:54:08Z</dcterms:modified>
  <cp:category/>
</cp:coreProperties>
</file>