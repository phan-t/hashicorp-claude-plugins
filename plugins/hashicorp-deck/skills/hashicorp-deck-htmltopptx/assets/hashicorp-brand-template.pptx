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9" r:id="rId1"/>
  </p:sldMasterIdLst>
  <p:notesMasterIdLst>
    <p:notesMasterId r:id="rId42"/>
  </p:notesMasterIdLst>
  <p:handoutMasterIdLst>
    <p:handoutMasterId r:id="rId43"/>
  </p:handoutMasterIdLst>
  <p:sldSz cx="9144000" cy="5148263"/>
  <p:notesSz cx="6858000" cy="9144000"/>
  <p:embeddedFontLst>
    <p:embeddedFont>
      <p:font typeface="Inter" panose="020B0604020202020204" charset="0"/>
      <p:regular r:id="rId44"/>
      <p:bold r:id="rId45"/>
    </p:embeddedFont>
    <p:embeddedFont>
      <p:font typeface="Inter ExtraLight" panose="020B0604020202020204" charset="0"/>
      <p:regular r:id="rId46"/>
    </p:embeddedFont>
    <p:embeddedFont>
      <p:font typeface="Inter Light" panose="020B0604020202020204" charset="0"/>
      <p:regular r:id="rId47"/>
      <p:bold r:id="rId48"/>
      <p:italic r:id="rId49"/>
      <p:boldItalic r:id="rId50"/>
    </p:embeddedFont>
    <p:embeddedFont>
      <p:font typeface="Inter Medium" panose="020B0604020202020204" charset="0"/>
      <p:regular r:id="rId51"/>
    </p:embeddedFont>
    <p:embeddedFont>
      <p:font typeface="Inter SemiBold" panose="020B0604020202020204" charset="0"/>
      <p:regular r:id="rId52"/>
      <p:bold r:id="rId5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42BC"/>
    <a:srgbClr val="FCDEC4"/>
    <a:srgbClr val="FFC2C7"/>
    <a:srgbClr val="E5D0FF"/>
    <a:srgbClr val="CDD4FF"/>
    <a:srgbClr val="BFBFC0"/>
    <a:srgbClr val="727274"/>
    <a:srgbClr val="FFFBED"/>
    <a:srgbClr val="FBDDDF"/>
    <a:srgbClr val="E9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viewProps" Target="viewProps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56" Type="http://schemas.openxmlformats.org/officeDocument/2006/relationships/theme" Target="theme/theme1.xml"/><Relationship Id="rId51" Type="http://schemas.openxmlformats.org/officeDocument/2006/relationships/font" Target="fonts/font8.fntdata"/><Relationship Id="rId46" Type="http://schemas.openxmlformats.org/officeDocument/2006/relationships/font" Target="fonts/font3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49" Type="http://schemas.openxmlformats.org/officeDocument/2006/relationships/font" Target="fonts/font6.fntdata"/><Relationship Id="rId57" Type="http://schemas.openxmlformats.org/officeDocument/2006/relationships/tableStyles" Target="tableStyles.xml"/><Relationship Id="rId44" Type="http://schemas.openxmlformats.org/officeDocument/2006/relationships/font" Target="fonts/font1.fntdata"/><Relationship Id="rId52" Type="http://schemas.openxmlformats.org/officeDocument/2006/relationships/font" Target="fonts/font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C0A959-346B-B1E2-5498-103FD6F297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7A31F7-F2E3-E478-F656-865100CBBD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C4E741-C540-8945-AAB4-8817927E1D55}" type="datetimeFigureOut">
              <a:rPr lang="en-US" smtClean="0">
                <a:latin typeface="Inter" panose="02000503000000020004" pitchFamily="2" charset="0"/>
                <a:ea typeface="Inter" panose="02000503000000020004" pitchFamily="2" charset="0"/>
              </a:rPr>
              <a:t>1/28/2026</a:t>
            </a:fld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386E7-DA50-4BE2-E9BF-BD75A7B45E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15843-2BB7-46A0-A946-E16B7003E2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AA80D-C55B-A446-8EFC-000C1D742EEF}" type="slidenum">
              <a:rPr lang="en-US" smtClean="0">
                <a:latin typeface="Inter" panose="02000503000000020004" pitchFamily="2" charset="0"/>
                <a:ea typeface="Inter" panose="02000503000000020004" pitchFamily="2" charset="0"/>
              </a:rPr>
              <a:t>‹#›</a:t>
            </a:fld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6257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Inter" panose="02000503000000020004" pitchFamily="2" charset="0"/>
              </a:defRPr>
            </a:lvl1pPr>
          </a:lstStyle>
          <a:p>
            <a:fld id="{BB0FA60F-88AE-4244-841E-E177ECF5EC4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Inter" panose="02000503000000020004" pitchFamily="2" charset="0"/>
              </a:defRPr>
            </a:lvl1pPr>
          </a:lstStyle>
          <a:p>
            <a:fld id="{87A560D0-DBFC-914E-84C5-8ADE738FEB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19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3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7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3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56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37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9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7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7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9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6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11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General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DE26C5-EB08-42B5-C2D1-B36E75EA6F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7450681" cy="51482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D76F70-37FC-8435-C8F6-E41CF09C0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71600" y="0"/>
            <a:ext cx="7772400" cy="43765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9E7AC-47D1-8AC0-0329-C7BDEE21FD9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6687" y="619125"/>
            <a:ext cx="1909826" cy="459685"/>
          </a:xfrm>
          <a:prstGeom prst="rect">
            <a:avLst/>
          </a:prstGeom>
        </p:spPr>
      </p:pic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25DE1A0C-7D3F-9F91-349C-57E52B6A05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592" y="1664463"/>
            <a:ext cx="6997772" cy="29235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9B9B9B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</a:lstStyle>
          <a:p>
            <a:pPr lvl="0"/>
            <a:r>
              <a:rPr lang="en-US"/>
              <a:t>&lt;Customer Name – Briefing&gt;</a:t>
            </a:r>
          </a:p>
        </p:txBody>
      </p:sp>
      <p:sp>
        <p:nvSpPr>
          <p:cNvPr id="7" name="Text Placeholder 24">
            <a:extLst>
              <a:ext uri="{FF2B5EF4-FFF2-40B4-BE49-F238E27FC236}">
                <a16:creationId xmlns:a16="http://schemas.microsoft.com/office/drawing/2014/main" id="{44271001-79F3-F878-A685-A9D1333FAC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714" y="2180939"/>
            <a:ext cx="6990796" cy="598837"/>
          </a:xfrm>
        </p:spPr>
        <p:txBody>
          <a:bodyPr lIns="0" tIns="0" rIns="0" bIns="0">
            <a:noAutofit/>
          </a:bodyPr>
          <a:lstStyle>
            <a:lvl1pPr marL="7938" indent="0" algn="l">
              <a:buNone/>
              <a:tabLst/>
              <a:defRPr sz="4800" b="1" i="0" spc="-200" baseline="0">
                <a:gradFill>
                  <a:gsLst>
                    <a:gs pos="0">
                      <a:srgbClr val="6C81FF"/>
                    </a:gs>
                    <a:gs pos="67000">
                      <a:srgbClr val="FF8791"/>
                    </a:gs>
                    <a:gs pos="34000">
                      <a:srgbClr val="C08DFF"/>
                    </a:gs>
                    <a:gs pos="100000">
                      <a:srgbClr val="F9B570"/>
                    </a:gs>
                  </a:gsLst>
                  <a:lin ang="0" scaled="1"/>
                </a:gra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Text Placeholder 24">
            <a:extLst>
              <a:ext uri="{FF2B5EF4-FFF2-40B4-BE49-F238E27FC236}">
                <a16:creationId xmlns:a16="http://schemas.microsoft.com/office/drawing/2014/main" id="{5825A858-DE25-8744-6309-6F9E580C6A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837" y="2851500"/>
            <a:ext cx="6990796" cy="367189"/>
          </a:xfrm>
        </p:spPr>
        <p:txBody>
          <a:bodyPr lIns="0" tIns="0" rIns="0" bIns="0">
            <a:noAutofit/>
          </a:bodyPr>
          <a:lstStyle>
            <a:lvl1pPr marL="58738" indent="0" algn="l">
              <a:buNone/>
              <a:tabLst/>
              <a:defRPr sz="2400" b="1" i="0" spc="-50" baseline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B42100D4-4D60-9DFA-6511-8C7745C90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463" y="3302604"/>
            <a:ext cx="6997772" cy="292354"/>
          </a:xfrm>
        </p:spPr>
        <p:txBody>
          <a:bodyPr lIns="0" tIns="0" rIns="0" bIns="0">
            <a:noAutofit/>
          </a:bodyPr>
          <a:lstStyle>
            <a:lvl1pPr marL="58738" indent="0" algn="l">
              <a:buNone/>
              <a:tabLst/>
              <a:defRPr sz="1200" b="0" i="0">
                <a:solidFill>
                  <a:srgbClr val="9B9B9B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AAB561A5-2A98-3FEF-0AB4-255ECCEED8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1463" y="4143852"/>
            <a:ext cx="6997772" cy="208693"/>
          </a:xfrm>
        </p:spPr>
        <p:txBody>
          <a:bodyPr lIns="0" tIns="0" rIns="0" bIns="0">
            <a:noAutofit/>
          </a:bodyPr>
          <a:lstStyle>
            <a:lvl1pPr marL="58738" indent="0" algn="l">
              <a:buNone/>
              <a:tabLst/>
              <a:defRPr sz="1200" b="0" i="0">
                <a:solidFill>
                  <a:srgbClr val="9B9B9B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</a:lstStyle>
          <a:p>
            <a:pPr lvl="0"/>
            <a:r>
              <a:rPr lang="en-US"/>
              <a:t>[Speaker name]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54ECA6F4-471D-149A-A33A-1786168C75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463" y="4367998"/>
            <a:ext cx="6997772" cy="208693"/>
          </a:xfrm>
        </p:spPr>
        <p:txBody>
          <a:bodyPr lIns="0" tIns="0" rIns="0" bIns="0">
            <a:noAutofit/>
          </a:bodyPr>
          <a:lstStyle>
            <a:lvl1pPr marL="58738" indent="0" algn="l">
              <a:buNone/>
              <a:tabLst/>
              <a:defRPr sz="900" b="0" i="0">
                <a:solidFill>
                  <a:srgbClr val="9B9B9B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</a:lstStyle>
          <a:p>
            <a:pPr lvl="0"/>
            <a:r>
              <a:rPr lang="en-US"/>
              <a:t>[Speaker title]</a:t>
            </a:r>
          </a:p>
        </p:txBody>
      </p:sp>
      <p:sp>
        <p:nvSpPr>
          <p:cNvPr id="18" name="Google Shape;8;p1">
            <a:extLst>
              <a:ext uri="{FF2B5EF4-FFF2-40B4-BE49-F238E27FC236}">
                <a16:creationId xmlns:a16="http://schemas.microsoft.com/office/drawing/2014/main" id="{B347CE4C-C7AF-BEA3-5913-07AFDEEE21D9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lang="en" sz="500" b="0" i="0">
                <a:solidFill>
                  <a:srgbClr val="646466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©2026 HASHICORP</a:t>
            </a:r>
            <a:endParaRPr sz="500" b="0" i="0">
              <a:solidFill>
                <a:srgbClr val="646466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pic>
        <p:nvPicPr>
          <p:cNvPr id="19" name="Picture 18" descr="A black background with white lines&#10;&#10;AI-generated content may be incorrect.">
            <a:extLst>
              <a:ext uri="{FF2B5EF4-FFF2-40B4-BE49-F238E27FC236}">
                <a16:creationId xmlns:a16="http://schemas.microsoft.com/office/drawing/2014/main" id="{6A8B98E5-CAA9-097F-AFC4-D3C920A79A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83434" y="0"/>
            <a:ext cx="4960566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35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8;p5">
            <a:extLst>
              <a:ext uri="{FF2B5EF4-FFF2-40B4-BE49-F238E27FC236}">
                <a16:creationId xmlns:a16="http://schemas.microsoft.com/office/drawing/2014/main" id="{669F65F3-563B-D25D-387E-7054744A4F9A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25" name="Google Shape;57;p9">
            <a:extLst>
              <a:ext uri="{FF2B5EF4-FFF2-40B4-BE49-F238E27FC236}">
                <a16:creationId xmlns:a16="http://schemas.microsoft.com/office/drawing/2014/main" id="{F5811ADA-06AD-8F47-06DA-979095AE6C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02025" y="478775"/>
            <a:ext cx="4755000" cy="2654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26" name="Google Shape;58;p9">
            <a:extLst>
              <a:ext uri="{FF2B5EF4-FFF2-40B4-BE49-F238E27FC236}">
                <a16:creationId xmlns:a16="http://schemas.microsoft.com/office/drawing/2014/main" id="{F7AF2E80-233A-6BCE-63A5-D3847C4014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2377500" cy="49859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600" kern="1200" dirty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59;p9">
            <a:extLst>
              <a:ext uri="{FF2B5EF4-FFF2-40B4-BE49-F238E27FC236}">
                <a16:creationId xmlns:a16="http://schemas.microsoft.com/office/drawing/2014/main" id="{AFE299DA-9825-1DF3-F557-DC49CE84996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202025" y="1172064"/>
            <a:ext cx="4755000" cy="2654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28" name="Google Shape;60;p9">
            <a:extLst>
              <a:ext uri="{FF2B5EF4-FFF2-40B4-BE49-F238E27FC236}">
                <a16:creationId xmlns:a16="http://schemas.microsoft.com/office/drawing/2014/main" id="{1083D65B-0310-C6DA-9B27-215F7471EB6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202025" y="1865352"/>
            <a:ext cx="4755000" cy="2654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29" name="Google Shape;61;p9">
            <a:extLst>
              <a:ext uri="{FF2B5EF4-FFF2-40B4-BE49-F238E27FC236}">
                <a16:creationId xmlns:a16="http://schemas.microsoft.com/office/drawing/2014/main" id="{71B89F8F-EEDB-26F6-48A6-5663A2E9A8E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3202025" y="2558641"/>
            <a:ext cx="4755000" cy="2654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30" name="Google Shape;62;p9">
            <a:extLst>
              <a:ext uri="{FF2B5EF4-FFF2-40B4-BE49-F238E27FC236}">
                <a16:creationId xmlns:a16="http://schemas.microsoft.com/office/drawing/2014/main" id="{E4E36135-B188-DBAB-6339-45438500D689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3202025" y="3251929"/>
            <a:ext cx="4755000" cy="2654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31" name="Google Shape;63;p9">
            <a:extLst>
              <a:ext uri="{FF2B5EF4-FFF2-40B4-BE49-F238E27FC236}">
                <a16:creationId xmlns:a16="http://schemas.microsoft.com/office/drawing/2014/main" id="{80969606-157B-803F-9B4E-90A05AF620E3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3202025" y="3945218"/>
            <a:ext cx="4755000" cy="2654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32" name="Text Placeholder 58">
            <a:extLst>
              <a:ext uri="{FF2B5EF4-FFF2-40B4-BE49-F238E27FC236}">
                <a16:creationId xmlns:a16="http://schemas.microsoft.com/office/drawing/2014/main" id="{4BB62351-8DDD-E135-961B-CEB56DBFF5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0000" y="1119183"/>
            <a:ext cx="593725" cy="244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indent="0" algn="r">
              <a:buNone/>
              <a:defRPr lang="en-US" sz="1600" b="0" i="0" smtClean="0"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2pPr>
            <a:lvl3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3pPr>
            <a:lvl4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4pPr>
            <a:lvl5pPr>
              <a:defRPr lang="en-US"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5pPr>
          </a:lstStyle>
          <a:p>
            <a:pPr marL="285750" lvl="0" indent="-285750" algn="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</a:pPr>
            <a:r>
              <a:rPr lang="en-US"/>
              <a:t>xx%</a:t>
            </a:r>
          </a:p>
        </p:txBody>
      </p:sp>
      <p:sp>
        <p:nvSpPr>
          <p:cNvPr id="33" name="Text Placeholder 58">
            <a:extLst>
              <a:ext uri="{FF2B5EF4-FFF2-40B4-BE49-F238E27FC236}">
                <a16:creationId xmlns:a16="http://schemas.microsoft.com/office/drawing/2014/main" id="{BB00446C-C3B7-B4D4-F044-2852A880B4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40000" y="1811018"/>
            <a:ext cx="593725" cy="244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indent="0" algn="r">
              <a:buNone/>
              <a:defRPr lang="en-US" sz="1600" b="0" i="0" smtClean="0"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2pPr>
            <a:lvl3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3pPr>
            <a:lvl4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4pPr>
            <a:lvl5pPr>
              <a:defRPr lang="en-US"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5pPr>
          </a:lstStyle>
          <a:p>
            <a:pPr marL="285750" lvl="0" indent="-285750" algn="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</a:pPr>
            <a:r>
              <a:rPr lang="en-US"/>
              <a:t>xx%</a:t>
            </a:r>
          </a:p>
        </p:txBody>
      </p:sp>
      <p:sp>
        <p:nvSpPr>
          <p:cNvPr id="34" name="Text Placeholder 58">
            <a:extLst>
              <a:ext uri="{FF2B5EF4-FFF2-40B4-BE49-F238E27FC236}">
                <a16:creationId xmlns:a16="http://schemas.microsoft.com/office/drawing/2014/main" id="{EEAF7273-B17D-EE63-8432-7A22BFEF32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40000" y="2505760"/>
            <a:ext cx="593725" cy="244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indent="0" algn="r">
              <a:buNone/>
              <a:defRPr lang="en-US" sz="1600" b="0" i="0" smtClean="0"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2pPr>
            <a:lvl3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3pPr>
            <a:lvl4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4pPr>
            <a:lvl5pPr>
              <a:defRPr lang="en-US"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5pPr>
          </a:lstStyle>
          <a:p>
            <a:pPr marL="285750" lvl="0" indent="-285750" algn="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</a:pPr>
            <a:r>
              <a:rPr lang="en-US"/>
              <a:t>xx%</a:t>
            </a:r>
          </a:p>
        </p:txBody>
      </p:sp>
      <p:sp>
        <p:nvSpPr>
          <p:cNvPr id="35" name="Text Placeholder 58">
            <a:extLst>
              <a:ext uri="{FF2B5EF4-FFF2-40B4-BE49-F238E27FC236}">
                <a16:creationId xmlns:a16="http://schemas.microsoft.com/office/drawing/2014/main" id="{98D0C07C-C8D7-9CAF-E757-BE903C4516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0000" y="3198355"/>
            <a:ext cx="593725" cy="244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indent="0" algn="r">
              <a:buNone/>
              <a:defRPr lang="en-US" sz="1600" b="0" i="0" smtClean="0"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2pPr>
            <a:lvl3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3pPr>
            <a:lvl4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4pPr>
            <a:lvl5pPr>
              <a:defRPr lang="en-US"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5pPr>
          </a:lstStyle>
          <a:p>
            <a:pPr marL="285750" lvl="0" indent="-285750" algn="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</a:pPr>
            <a:r>
              <a:rPr lang="en-US"/>
              <a:t>xx%</a:t>
            </a:r>
          </a:p>
        </p:txBody>
      </p:sp>
      <p:sp>
        <p:nvSpPr>
          <p:cNvPr id="36" name="Text Placeholder 58">
            <a:extLst>
              <a:ext uri="{FF2B5EF4-FFF2-40B4-BE49-F238E27FC236}">
                <a16:creationId xmlns:a16="http://schemas.microsoft.com/office/drawing/2014/main" id="{756825AF-1E37-1917-A8AD-AF59994827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0000" y="3890950"/>
            <a:ext cx="593725" cy="244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indent="0" algn="r">
              <a:buNone/>
              <a:defRPr lang="en-US" sz="1600" b="0" i="0" smtClean="0"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2pPr>
            <a:lvl3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3pPr>
            <a:lvl4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4pPr>
            <a:lvl5pPr>
              <a:defRPr lang="en-US"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5pPr>
          </a:lstStyle>
          <a:p>
            <a:pPr marL="285750" lvl="0" indent="-285750" algn="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</a:pPr>
            <a:r>
              <a:rPr lang="en-US"/>
              <a:t>xx%</a:t>
            </a:r>
          </a:p>
        </p:txBody>
      </p:sp>
      <p:sp>
        <p:nvSpPr>
          <p:cNvPr id="37" name="Text Placeholder 58">
            <a:extLst>
              <a:ext uri="{FF2B5EF4-FFF2-40B4-BE49-F238E27FC236}">
                <a16:creationId xmlns:a16="http://schemas.microsoft.com/office/drawing/2014/main" id="{E71DD947-24BA-A742-FD5B-D455B2D5D9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38825" y="422309"/>
            <a:ext cx="593725" cy="244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indent="0" algn="r">
              <a:buNone/>
              <a:defRPr lang="en-US" sz="1600" b="0" i="0" smtClean="0"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2pPr>
            <a:lvl3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3pPr>
            <a:lvl4pPr>
              <a:defRPr lang="en-US" sz="8000" smtClean="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4pPr>
            <a:lvl5pPr>
              <a:defRPr lang="en-US"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</a:defRPr>
            </a:lvl5pPr>
          </a:lstStyle>
          <a:p>
            <a:pPr marL="285750" lvl="0" indent="-285750" algn="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</a:pPr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5818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87;p11">
            <a:extLst>
              <a:ext uri="{FF2B5EF4-FFF2-40B4-BE49-F238E27FC236}">
                <a16:creationId xmlns:a16="http://schemas.microsoft.com/office/drawing/2014/main" id="{59AE9304-7D40-AC1F-7AD1-BDC5C8BCFC36}"/>
              </a:ext>
            </a:extLst>
          </p:cNvPr>
          <p:cNvCxnSpPr>
            <a:cxnSpLocks/>
          </p:cNvCxnSpPr>
          <p:nvPr userDrawn="1"/>
        </p:nvCxnSpPr>
        <p:spPr>
          <a:xfrm>
            <a:off x="414675" y="4459650"/>
            <a:ext cx="831787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0;p10">
            <a:extLst>
              <a:ext uri="{FF2B5EF4-FFF2-40B4-BE49-F238E27FC236}">
                <a16:creationId xmlns:a16="http://schemas.microsoft.com/office/drawing/2014/main" id="{62797BFD-814B-16F0-3E56-D655D8064F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709502"/>
            <a:ext cx="8321100" cy="553998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>
              <a:defRPr sz="4000" b="1" i="0" dirty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 defTabSz="9144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40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282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48C644D8-4DA1-0D58-0E80-5826F3D6EE0A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331;p43">
            <a:extLst>
              <a:ext uri="{FF2B5EF4-FFF2-40B4-BE49-F238E27FC236}">
                <a16:creationId xmlns:a16="http://schemas.microsoft.com/office/drawing/2014/main" id="{88B7BBEA-0D3F-1904-6A1B-2C7685DA1496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357250" y="738150"/>
            <a:ext cx="3350400" cy="3667200"/>
          </a:xfrm>
          <a:prstGeom prst="rect">
            <a:avLst/>
          </a:prstGeom>
        </p:spPr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5" name="Google Shape;58;p9">
            <a:extLst>
              <a:ext uri="{FF2B5EF4-FFF2-40B4-BE49-F238E27FC236}">
                <a16:creationId xmlns:a16="http://schemas.microsoft.com/office/drawing/2014/main" id="{FD76D4C7-0FC7-E2B0-A442-AA73E64ADB5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11450" y="1389888"/>
            <a:ext cx="4945800" cy="1218795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400" kern="1200" dirty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First Name</a:t>
            </a:r>
            <a:br>
              <a:rPr lang="en-US"/>
            </a:br>
            <a:r>
              <a:rPr lang="en-US"/>
              <a:t>Surname</a:t>
            </a:r>
            <a:endParaRPr/>
          </a:p>
        </p:txBody>
      </p:sp>
      <p:sp>
        <p:nvSpPr>
          <p:cNvPr id="6" name="Google Shape;23;p3">
            <a:extLst>
              <a:ext uri="{FF2B5EF4-FFF2-40B4-BE49-F238E27FC236}">
                <a16:creationId xmlns:a16="http://schemas.microsoft.com/office/drawing/2014/main" id="{DCCB7E2C-D3AF-07BE-8D64-F6A4453AFA5C}"/>
              </a:ext>
            </a:extLst>
          </p:cNvPr>
          <p:cNvSpPr txBox="1">
            <a:spLocks noGrp="1"/>
          </p:cNvSpPr>
          <p:nvPr>
            <p:ph type="subTitle" idx="4" hasCustomPrompt="1"/>
          </p:nvPr>
        </p:nvSpPr>
        <p:spPr>
          <a:xfrm>
            <a:off x="411450" y="2683436"/>
            <a:ext cx="4946904" cy="100027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300" b="0" i="0">
                <a:solidFill>
                  <a:schemeClr val="bg1">
                    <a:lumMod val="6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r>
              <a:rPr lang="en-US"/>
              <a:t>Job Title</a:t>
            </a:r>
          </a:p>
          <a:p>
            <a:r>
              <a:rPr lang="en-US" err="1"/>
              <a:t>HashiCorp</a:t>
            </a:r>
            <a:endParaRPr lang="en-US"/>
          </a:p>
          <a:p>
            <a:r>
              <a:rPr lang="en-US"/>
              <a:t>[preferred pronouns]</a:t>
            </a:r>
          </a:p>
          <a:p>
            <a:endParaRPr lang="en-US"/>
          </a:p>
          <a:p>
            <a:r>
              <a:rPr lang="en-US"/>
              <a:t>@</a:t>
            </a:r>
            <a:r>
              <a:rPr lang="en-US" err="1"/>
              <a:t>social_handle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9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7;p44">
            <a:extLst>
              <a:ext uri="{FF2B5EF4-FFF2-40B4-BE49-F238E27FC236}">
                <a16:creationId xmlns:a16="http://schemas.microsoft.com/office/drawing/2014/main" id="{9E217F45-1F6E-6977-4378-BA3226D441D2}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-238" y="30918"/>
            <a:ext cx="2339400" cy="2571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4" name="Google Shape;338;p44">
            <a:extLst>
              <a:ext uri="{FF2B5EF4-FFF2-40B4-BE49-F238E27FC236}">
                <a16:creationId xmlns:a16="http://schemas.microsoft.com/office/drawing/2014/main" id="{F86DF75A-F5B1-D60D-5479-034C80A65020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3392550" y="2602818"/>
            <a:ext cx="2339400" cy="2541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5" name="Google Shape;28;p5">
            <a:extLst>
              <a:ext uri="{FF2B5EF4-FFF2-40B4-BE49-F238E27FC236}">
                <a16:creationId xmlns:a16="http://schemas.microsoft.com/office/drawing/2014/main" id="{DAF5DD4C-57EF-FB72-1625-4C8EAE3F62D8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1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1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767207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AFA02BE4-0604-C69A-EDFA-C0E5E09C2434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55E976F2-3811-A413-B1CC-6DBDDF9488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 kern="1200" dirty="0">
                <a:solidFill>
                  <a:schemeClr val="tx1"/>
                </a:solidFill>
                <a:latin typeface="Inter SemiBold"/>
                <a:ea typeface="Inter SemiBold"/>
                <a:cs typeface="Inter SemiBold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ECAE3DDC-350A-2573-00DD-35105CDC05C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71322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4F32DF1-BB2E-B0EE-67B9-B14F52F6A2E2}"/>
              </a:ext>
            </a:extLst>
          </p:cNvPr>
          <p:cNvSpPr/>
          <p:nvPr userDrawn="1"/>
        </p:nvSpPr>
        <p:spPr>
          <a:xfrm>
            <a:off x="1135929" y="1326351"/>
            <a:ext cx="1991171" cy="3170490"/>
          </a:xfrm>
          <a:prstGeom prst="roundRect">
            <a:avLst>
              <a:gd name="adj" fmla="val 2632"/>
            </a:avLst>
          </a:prstGeom>
          <a:gradFill>
            <a:gsLst>
              <a:gs pos="78000">
                <a:srgbClr val="FFFFFF">
                  <a:alpha val="80000"/>
                </a:srgbClr>
              </a:gs>
              <a:gs pos="4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Google Shape;1834;p188">
            <a:extLst>
              <a:ext uri="{FF2B5EF4-FFF2-40B4-BE49-F238E27FC236}">
                <a16:creationId xmlns:a16="http://schemas.microsoft.com/office/drawing/2014/main" id="{1E6C739E-FA08-2D41-5489-C11B4A19EE24}"/>
              </a:ext>
            </a:extLst>
          </p:cNvPr>
          <p:cNvSpPr/>
          <p:nvPr userDrawn="1"/>
        </p:nvSpPr>
        <p:spPr>
          <a:xfrm flipV="1">
            <a:off x="1136066" y="2314187"/>
            <a:ext cx="2011680" cy="27432"/>
          </a:xfrm>
          <a:prstGeom prst="roundRect">
            <a:avLst>
              <a:gd name="adj" fmla="val 0"/>
            </a:avLst>
          </a:prstGeom>
          <a:gradFill>
            <a:gsLst>
              <a:gs pos="59000">
                <a:srgbClr val="FDAFB5">
                  <a:alpha val="52000"/>
                </a:srgbClr>
              </a:gs>
              <a:gs pos="25000">
                <a:srgbClr val="CFA9FC"/>
              </a:gs>
              <a:gs pos="0">
                <a:srgbClr val="A8B5FF"/>
              </a:gs>
              <a:gs pos="94000">
                <a:srgbClr val="FFD1A2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>
              <a:solidFill>
                <a:srgbClr val="000000"/>
              </a:solidFill>
              <a:latin typeface="Inter" panose="02000503000000020004" pitchFamily="2" charset="0"/>
              <a:ea typeface="Inter" panose="02000503000000020004" pitchFamily="2" charset="0"/>
              <a:sym typeface="Inter SemiBol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F5409C-9971-7470-0FA8-34A25283AF7D}"/>
              </a:ext>
            </a:extLst>
          </p:cNvPr>
          <p:cNvSpPr txBox="1"/>
          <p:nvPr userDrawn="1"/>
        </p:nvSpPr>
        <p:spPr>
          <a:xfrm>
            <a:off x="1221449" y="1892355"/>
            <a:ext cx="189710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>
                <a:latin typeface="Inter SemiBold" panose="02000503000000020004" pitchFamily="2" charset="0"/>
                <a:ea typeface="Inter SemiBold" panose="02000503000000020004" pitchFamily="2" charset="0"/>
              </a:rPr>
              <a:t>Accelerate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55F2F58-10CA-585F-7CBD-DF0B792474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3417" r="65825"/>
          <a:stretch>
            <a:fillRect/>
          </a:stretch>
        </p:blipFill>
        <p:spPr>
          <a:xfrm>
            <a:off x="165863" y="1014855"/>
            <a:ext cx="970066" cy="35796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612F2F8C-B07D-B3A4-3C42-78F2C1E12BDD}"/>
              </a:ext>
            </a:extLst>
          </p:cNvPr>
          <p:cNvGrpSpPr/>
          <p:nvPr userDrawn="1"/>
        </p:nvGrpSpPr>
        <p:grpSpPr>
          <a:xfrm>
            <a:off x="2646279" y="1014855"/>
            <a:ext cx="2981883" cy="3579684"/>
            <a:chOff x="-89850" y="1055831"/>
            <a:chExt cx="2981883" cy="3579684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E5759EE6-D77E-9CCA-7553-5B64180FCA5C}"/>
                </a:ext>
              </a:extLst>
            </p:cNvPr>
            <p:cNvSpPr/>
            <p:nvPr/>
          </p:nvSpPr>
          <p:spPr>
            <a:xfrm>
              <a:off x="880216" y="1367327"/>
              <a:ext cx="1991171" cy="3170490"/>
            </a:xfrm>
            <a:prstGeom prst="roundRect">
              <a:avLst>
                <a:gd name="adj" fmla="val 2632"/>
              </a:avLst>
            </a:prstGeom>
            <a:gradFill>
              <a:gsLst>
                <a:gs pos="78000">
                  <a:srgbClr val="FFFFFF">
                    <a:alpha val="80000"/>
                  </a:srgbClr>
                </a:gs>
                <a:gs pos="48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Google Shape;1834;p188">
              <a:extLst>
                <a:ext uri="{FF2B5EF4-FFF2-40B4-BE49-F238E27FC236}">
                  <a16:creationId xmlns:a16="http://schemas.microsoft.com/office/drawing/2014/main" id="{7CB42730-1DF2-5655-2A76-66DA3E5AADA0}"/>
                </a:ext>
              </a:extLst>
            </p:cNvPr>
            <p:cNvSpPr/>
            <p:nvPr/>
          </p:nvSpPr>
          <p:spPr>
            <a:xfrm flipV="1">
              <a:off x="880353" y="2355163"/>
              <a:ext cx="2011680" cy="27432"/>
            </a:xfrm>
            <a:prstGeom prst="roundRect">
              <a:avLst>
                <a:gd name="adj" fmla="val 0"/>
              </a:avLst>
            </a:prstGeom>
            <a:gradFill>
              <a:gsLst>
                <a:gs pos="59000">
                  <a:srgbClr val="FDAFB5">
                    <a:alpha val="52000"/>
                  </a:srgbClr>
                </a:gs>
                <a:gs pos="25000">
                  <a:srgbClr val="CFA9FC"/>
                </a:gs>
                <a:gs pos="0">
                  <a:srgbClr val="A8B5FF"/>
                </a:gs>
                <a:gs pos="94000">
                  <a:srgbClr val="FFD1A2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60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sym typeface="Inter SemiBold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ACE4EF3-1236-2290-4C23-55A17A96AA26}"/>
                </a:ext>
              </a:extLst>
            </p:cNvPr>
            <p:cNvSpPr txBox="1"/>
            <p:nvPr/>
          </p:nvSpPr>
          <p:spPr>
            <a:xfrm>
              <a:off x="965736" y="1933331"/>
              <a:ext cx="189710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700" b="1">
                  <a:latin typeface="Inter SemiBold" panose="02000503000000020004" pitchFamily="2" charset="0"/>
                  <a:ea typeface="Inter SemiBold" panose="02000503000000020004" pitchFamily="2" charset="0"/>
                </a:rPr>
                <a:t>Strengthen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5452804-C0CC-62BD-FA3C-3F57B1740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13417" r="65825"/>
            <a:stretch>
              <a:fillRect/>
            </a:stretch>
          </p:blipFill>
          <p:spPr>
            <a:xfrm>
              <a:off x="-89850" y="1055831"/>
              <a:ext cx="970066" cy="3579684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C476872-782B-1AE5-7CED-25B7C1EEAD1D}"/>
              </a:ext>
            </a:extLst>
          </p:cNvPr>
          <p:cNvGrpSpPr/>
          <p:nvPr userDrawn="1"/>
        </p:nvGrpSpPr>
        <p:grpSpPr>
          <a:xfrm>
            <a:off x="5181532" y="1014855"/>
            <a:ext cx="2981883" cy="3579684"/>
            <a:chOff x="-89850" y="1055831"/>
            <a:chExt cx="2981883" cy="3579684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6752541-5D5E-6C8A-7855-ED486D674F34}"/>
                </a:ext>
              </a:extLst>
            </p:cNvPr>
            <p:cNvSpPr/>
            <p:nvPr/>
          </p:nvSpPr>
          <p:spPr>
            <a:xfrm>
              <a:off x="880216" y="1367327"/>
              <a:ext cx="1991171" cy="3170490"/>
            </a:xfrm>
            <a:prstGeom prst="roundRect">
              <a:avLst>
                <a:gd name="adj" fmla="val 2632"/>
              </a:avLst>
            </a:prstGeom>
            <a:gradFill>
              <a:gsLst>
                <a:gs pos="78000">
                  <a:srgbClr val="FFFFFF">
                    <a:alpha val="80000"/>
                  </a:srgbClr>
                </a:gs>
                <a:gs pos="48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Google Shape;1834;p188">
              <a:extLst>
                <a:ext uri="{FF2B5EF4-FFF2-40B4-BE49-F238E27FC236}">
                  <a16:creationId xmlns:a16="http://schemas.microsoft.com/office/drawing/2014/main" id="{B1F225F0-95D6-5C6A-267D-F8C00CC9071B}"/>
                </a:ext>
              </a:extLst>
            </p:cNvPr>
            <p:cNvSpPr/>
            <p:nvPr/>
          </p:nvSpPr>
          <p:spPr>
            <a:xfrm flipV="1">
              <a:off x="880353" y="2355163"/>
              <a:ext cx="2011680" cy="27432"/>
            </a:xfrm>
            <a:prstGeom prst="roundRect">
              <a:avLst>
                <a:gd name="adj" fmla="val 0"/>
              </a:avLst>
            </a:prstGeom>
            <a:gradFill>
              <a:gsLst>
                <a:gs pos="59000">
                  <a:srgbClr val="FDAFB5">
                    <a:alpha val="52000"/>
                  </a:srgbClr>
                </a:gs>
                <a:gs pos="25000">
                  <a:srgbClr val="CFA9FC"/>
                </a:gs>
                <a:gs pos="0">
                  <a:srgbClr val="A8B5FF"/>
                </a:gs>
                <a:gs pos="94000">
                  <a:srgbClr val="FFD1A2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60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sym typeface="Inter SemiBold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61CB733-954E-1784-8E37-FFA04C384F24}"/>
                </a:ext>
              </a:extLst>
            </p:cNvPr>
            <p:cNvSpPr txBox="1"/>
            <p:nvPr/>
          </p:nvSpPr>
          <p:spPr>
            <a:xfrm>
              <a:off x="965736" y="1933331"/>
              <a:ext cx="189710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700" b="1">
                  <a:latin typeface="Inter SemiBold" panose="02000503000000020004" pitchFamily="2" charset="0"/>
                  <a:ea typeface="Inter SemiBold" panose="02000503000000020004" pitchFamily="2" charset="0"/>
                </a:rPr>
                <a:t>Optimize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43A03C7-FA29-A633-D776-CE7D4CEBA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13417" r="65825"/>
            <a:stretch>
              <a:fillRect/>
            </a:stretch>
          </p:blipFill>
          <p:spPr>
            <a:xfrm>
              <a:off x="-89850" y="1055831"/>
              <a:ext cx="970066" cy="3579684"/>
            </a:xfrm>
            <a:prstGeom prst="rect">
              <a:avLst/>
            </a:prstGeom>
          </p:spPr>
        </p:pic>
      </p:grpSp>
      <p:sp>
        <p:nvSpPr>
          <p:cNvPr id="46" name="Graphic 16">
            <a:extLst>
              <a:ext uri="{FF2B5EF4-FFF2-40B4-BE49-F238E27FC236}">
                <a16:creationId xmlns:a16="http://schemas.microsoft.com/office/drawing/2014/main" id="{78AD87E6-ED2C-38CA-3362-F5627E6F10CA}"/>
              </a:ext>
            </a:extLst>
          </p:cNvPr>
          <p:cNvSpPr/>
          <p:nvPr userDrawn="1"/>
        </p:nvSpPr>
        <p:spPr>
          <a:xfrm>
            <a:off x="6344188" y="1484159"/>
            <a:ext cx="258913" cy="258913"/>
          </a:xfrm>
          <a:custGeom>
            <a:avLst/>
            <a:gdLst>
              <a:gd name="csX0" fmla="*/ 321533 w 533400"/>
              <a:gd name="csY0" fmla="*/ 323275 h 533400"/>
              <a:gd name="csX1" fmla="*/ 321533 w 533400"/>
              <a:gd name="csY1" fmla="*/ 395482 h 533400"/>
              <a:gd name="csX2" fmla="*/ 357813 w 533400"/>
              <a:gd name="csY2" fmla="*/ 395482 h 533400"/>
              <a:gd name="csX3" fmla="*/ 384194 w 533400"/>
              <a:gd name="csY3" fmla="*/ 358218 h 533400"/>
              <a:gd name="csX4" fmla="*/ 356674 w 533400"/>
              <a:gd name="csY4" fmla="*/ 323275 h 533400"/>
              <a:gd name="csX5" fmla="*/ 321533 w 533400"/>
              <a:gd name="csY5" fmla="*/ 323275 h 533400"/>
              <a:gd name="csX6" fmla="*/ 276219 w 533400"/>
              <a:gd name="csY6" fmla="*/ 229337 h 533400"/>
              <a:gd name="csX7" fmla="*/ 246249 w 533400"/>
              <a:gd name="csY7" fmla="*/ 265416 h 533400"/>
              <a:gd name="csX8" fmla="*/ 276219 w 533400"/>
              <a:gd name="csY8" fmla="*/ 302680 h 533400"/>
              <a:gd name="csX9" fmla="*/ 301462 w 533400"/>
              <a:gd name="csY9" fmla="*/ 302680 h 533400"/>
              <a:gd name="csX10" fmla="*/ 301462 w 533400"/>
              <a:gd name="csY10" fmla="*/ 229337 h 533400"/>
              <a:gd name="csX11" fmla="*/ 276219 w 533400"/>
              <a:gd name="csY11" fmla="*/ 229337 h 533400"/>
              <a:gd name="csX12" fmla="*/ 311386 w 533400"/>
              <a:gd name="csY12" fmla="*/ 167551 h 533400"/>
              <a:gd name="csX13" fmla="*/ 321533 w 533400"/>
              <a:gd name="csY13" fmla="*/ 177726 h 533400"/>
              <a:gd name="csX14" fmla="*/ 321533 w 533400"/>
              <a:gd name="csY14" fmla="*/ 208742 h 533400"/>
              <a:gd name="csX15" fmla="*/ 381695 w 533400"/>
              <a:gd name="csY15" fmla="*/ 208742 h 533400"/>
              <a:gd name="csX16" fmla="*/ 391619 w 533400"/>
              <a:gd name="csY16" fmla="*/ 218916 h 533400"/>
              <a:gd name="csX17" fmla="*/ 381695 w 533400"/>
              <a:gd name="csY17" fmla="*/ 227929 h 533400"/>
              <a:gd name="csX18" fmla="*/ 321533 w 533400"/>
              <a:gd name="csY18" fmla="*/ 227929 h 533400"/>
              <a:gd name="csX19" fmla="*/ 321533 w 533400"/>
              <a:gd name="csY19" fmla="*/ 302680 h 533400"/>
              <a:gd name="csX20" fmla="*/ 357813 w 533400"/>
              <a:gd name="csY20" fmla="*/ 302680 h 533400"/>
              <a:gd name="csX21" fmla="*/ 404240 w 533400"/>
              <a:gd name="csY21" fmla="*/ 358217 h 533400"/>
              <a:gd name="csX22" fmla="*/ 357813 w 533400"/>
              <a:gd name="csY22" fmla="*/ 414916 h 533400"/>
              <a:gd name="csX23" fmla="*/ 321533 w 533400"/>
              <a:gd name="csY23" fmla="*/ 414916 h 533400"/>
              <a:gd name="csX24" fmla="*/ 321533 w 533400"/>
              <a:gd name="csY24" fmla="*/ 447093 h 533400"/>
              <a:gd name="csX25" fmla="*/ 311386 w 533400"/>
              <a:gd name="csY25" fmla="*/ 457267 h 533400"/>
              <a:gd name="csX26" fmla="*/ 301462 w 533400"/>
              <a:gd name="csY26" fmla="*/ 447093 h 533400"/>
              <a:gd name="csX27" fmla="*/ 301462 w 533400"/>
              <a:gd name="csY27" fmla="*/ 414916 h 533400"/>
              <a:gd name="csX28" fmla="*/ 236103 w 533400"/>
              <a:gd name="csY28" fmla="*/ 414916 h 533400"/>
              <a:gd name="csX29" fmla="*/ 226178 w 533400"/>
              <a:gd name="csY29" fmla="*/ 405902 h 533400"/>
              <a:gd name="csX30" fmla="*/ 236103 w 533400"/>
              <a:gd name="csY30" fmla="*/ 395482 h 533400"/>
              <a:gd name="csX31" fmla="*/ 301462 w 533400"/>
              <a:gd name="csY31" fmla="*/ 395482 h 533400"/>
              <a:gd name="csX32" fmla="*/ 301462 w 533400"/>
              <a:gd name="csY32" fmla="*/ 323275 h 533400"/>
              <a:gd name="csX33" fmla="*/ 276219 w 533400"/>
              <a:gd name="csY33" fmla="*/ 323275 h 533400"/>
              <a:gd name="csX34" fmla="*/ 226178 w 533400"/>
              <a:gd name="csY34" fmla="*/ 265416 h 533400"/>
              <a:gd name="csX35" fmla="*/ 276219 w 533400"/>
              <a:gd name="csY35" fmla="*/ 208742 h 533400"/>
              <a:gd name="csX36" fmla="*/ 301462 w 533400"/>
              <a:gd name="csY36" fmla="*/ 208742 h 533400"/>
              <a:gd name="csX37" fmla="*/ 301462 w 533400"/>
              <a:gd name="csY37" fmla="*/ 177726 h 533400"/>
              <a:gd name="csX38" fmla="*/ 311386 w 533400"/>
              <a:gd name="csY38" fmla="*/ 167551 h 533400"/>
              <a:gd name="csX39" fmla="*/ 512216 w 533400"/>
              <a:gd name="csY39" fmla="*/ 0 h 533400"/>
              <a:gd name="csX40" fmla="*/ 106 w 533400"/>
              <a:gd name="csY40" fmla="*/ 511422 h 533400"/>
              <a:gd name="csX41" fmla="*/ 20374 w 533400"/>
              <a:gd name="csY41" fmla="*/ 533400 h 533400"/>
              <a:gd name="csX42" fmla="*/ 510854 w 533400"/>
              <a:gd name="csY42" fmla="*/ 533400 h 533400"/>
              <a:gd name="csX43" fmla="*/ 533400 w 533400"/>
              <a:gd name="csY43" fmla="*/ 511422 h 533400"/>
              <a:gd name="csX44" fmla="*/ 533400 w 533400"/>
              <a:gd name="csY44" fmla="*/ 21978 h 533400"/>
              <a:gd name="csX45" fmla="*/ 512216 w 533400"/>
              <a:gd name="csY45" fmla="*/ 0 h 53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533400" h="533400">
                <a:moveTo>
                  <a:pt x="321533" y="323275"/>
                </a:moveTo>
                <a:lnTo>
                  <a:pt x="321533" y="395482"/>
                </a:lnTo>
                <a:lnTo>
                  <a:pt x="357813" y="395482"/>
                </a:lnTo>
                <a:cubicBezTo>
                  <a:pt x="362836" y="395482"/>
                  <a:pt x="384194" y="382690"/>
                  <a:pt x="384194" y="358218"/>
                </a:cubicBezTo>
                <a:cubicBezTo>
                  <a:pt x="384194" y="333746"/>
                  <a:pt x="361699" y="323275"/>
                  <a:pt x="356674" y="323275"/>
                </a:cubicBezTo>
                <a:lnTo>
                  <a:pt x="321533" y="323275"/>
                </a:lnTo>
                <a:close/>
                <a:moveTo>
                  <a:pt x="276219" y="229337"/>
                </a:moveTo>
                <a:cubicBezTo>
                  <a:pt x="271195" y="229337"/>
                  <a:pt x="246249" y="234524"/>
                  <a:pt x="246249" y="265416"/>
                </a:cubicBezTo>
                <a:cubicBezTo>
                  <a:pt x="246249" y="295049"/>
                  <a:pt x="271196" y="302680"/>
                  <a:pt x="276219" y="302680"/>
                </a:cubicBezTo>
                <a:lnTo>
                  <a:pt x="301462" y="302680"/>
                </a:lnTo>
                <a:lnTo>
                  <a:pt x="301462" y="229337"/>
                </a:lnTo>
                <a:lnTo>
                  <a:pt x="276219" y="229337"/>
                </a:lnTo>
                <a:close/>
                <a:moveTo>
                  <a:pt x="311386" y="167551"/>
                </a:moveTo>
                <a:cubicBezTo>
                  <a:pt x="317647" y="167551"/>
                  <a:pt x="321533" y="172564"/>
                  <a:pt x="321533" y="177726"/>
                </a:cubicBezTo>
                <a:lnTo>
                  <a:pt x="321533" y="208742"/>
                </a:lnTo>
                <a:lnTo>
                  <a:pt x="381695" y="208742"/>
                </a:lnTo>
                <a:cubicBezTo>
                  <a:pt x="387981" y="208742"/>
                  <a:pt x="391619" y="212471"/>
                  <a:pt x="391619" y="218916"/>
                </a:cubicBezTo>
                <a:cubicBezTo>
                  <a:pt x="391619" y="224078"/>
                  <a:pt x="387981" y="227929"/>
                  <a:pt x="381695" y="227929"/>
                </a:cubicBezTo>
                <a:lnTo>
                  <a:pt x="321533" y="227929"/>
                </a:lnTo>
                <a:lnTo>
                  <a:pt x="321533" y="302680"/>
                </a:lnTo>
                <a:lnTo>
                  <a:pt x="357813" y="302680"/>
                </a:lnTo>
                <a:cubicBezTo>
                  <a:pt x="371623" y="302680"/>
                  <a:pt x="404240" y="323448"/>
                  <a:pt x="404240" y="358217"/>
                </a:cubicBezTo>
                <a:cubicBezTo>
                  <a:pt x="404240" y="393012"/>
                  <a:pt x="374122" y="414916"/>
                  <a:pt x="357813" y="414916"/>
                </a:cubicBezTo>
                <a:lnTo>
                  <a:pt x="321533" y="414916"/>
                </a:lnTo>
                <a:lnTo>
                  <a:pt x="321533" y="447093"/>
                </a:lnTo>
                <a:cubicBezTo>
                  <a:pt x="321533" y="452229"/>
                  <a:pt x="317647" y="457267"/>
                  <a:pt x="311386" y="457267"/>
                </a:cubicBezTo>
                <a:cubicBezTo>
                  <a:pt x="306362" y="457267"/>
                  <a:pt x="301462" y="452229"/>
                  <a:pt x="301462" y="447093"/>
                </a:cubicBezTo>
                <a:lnTo>
                  <a:pt x="301462" y="414916"/>
                </a:lnTo>
                <a:lnTo>
                  <a:pt x="236103" y="414916"/>
                </a:lnTo>
                <a:cubicBezTo>
                  <a:pt x="231078" y="414916"/>
                  <a:pt x="226178" y="411039"/>
                  <a:pt x="226178" y="405902"/>
                </a:cubicBezTo>
                <a:cubicBezTo>
                  <a:pt x="226178" y="399458"/>
                  <a:pt x="231078" y="395482"/>
                  <a:pt x="236103" y="395482"/>
                </a:cubicBezTo>
                <a:lnTo>
                  <a:pt x="301462" y="395482"/>
                </a:lnTo>
                <a:lnTo>
                  <a:pt x="301462" y="323275"/>
                </a:lnTo>
                <a:lnTo>
                  <a:pt x="276219" y="323275"/>
                </a:lnTo>
                <a:cubicBezTo>
                  <a:pt x="258648" y="323275"/>
                  <a:pt x="226178" y="305372"/>
                  <a:pt x="226178" y="265416"/>
                </a:cubicBezTo>
                <a:cubicBezTo>
                  <a:pt x="226178" y="224200"/>
                  <a:pt x="258648" y="208742"/>
                  <a:pt x="276219" y="208742"/>
                </a:cubicBezTo>
                <a:lnTo>
                  <a:pt x="301462" y="208742"/>
                </a:lnTo>
                <a:lnTo>
                  <a:pt x="301462" y="177726"/>
                </a:lnTo>
                <a:cubicBezTo>
                  <a:pt x="301462" y="172564"/>
                  <a:pt x="306362" y="167551"/>
                  <a:pt x="311386" y="167551"/>
                </a:cubicBezTo>
                <a:close/>
                <a:moveTo>
                  <a:pt x="512216" y="0"/>
                </a:moveTo>
                <a:cubicBezTo>
                  <a:pt x="350339" y="2568"/>
                  <a:pt x="11391" y="92728"/>
                  <a:pt x="106" y="511422"/>
                </a:cubicBezTo>
                <a:cubicBezTo>
                  <a:pt x="-1157" y="524287"/>
                  <a:pt x="9089" y="533400"/>
                  <a:pt x="20374" y="533400"/>
                </a:cubicBezTo>
                <a:lnTo>
                  <a:pt x="510854" y="533400"/>
                </a:lnTo>
                <a:cubicBezTo>
                  <a:pt x="523402" y="533400"/>
                  <a:pt x="533400" y="524287"/>
                  <a:pt x="533400" y="511422"/>
                </a:cubicBezTo>
                <a:lnTo>
                  <a:pt x="533400" y="21978"/>
                </a:lnTo>
                <a:cubicBezTo>
                  <a:pt x="533400" y="10396"/>
                  <a:pt x="523501" y="0"/>
                  <a:pt x="512216" y="0"/>
                </a:cubicBezTo>
                <a:close/>
              </a:path>
            </a:pathLst>
          </a:custGeom>
          <a:gradFill>
            <a:gsLst>
              <a:gs pos="0">
                <a:srgbClr val="FFD1A2"/>
              </a:gs>
              <a:gs pos="25481">
                <a:srgbClr val="FDAFB5"/>
              </a:gs>
              <a:gs pos="69564">
                <a:srgbClr val="CFA9FC"/>
              </a:gs>
              <a:gs pos="100000">
                <a:srgbClr val="A8B5FF"/>
              </a:gs>
            </a:gsLst>
            <a:lin ang="7200000" scaled="0"/>
          </a:gra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7" name="Graphic 9">
            <a:extLst>
              <a:ext uri="{FF2B5EF4-FFF2-40B4-BE49-F238E27FC236}">
                <a16:creationId xmlns:a16="http://schemas.microsoft.com/office/drawing/2014/main" id="{F1E5CB35-DD30-691A-9A73-8AC86860EE8A}"/>
              </a:ext>
            </a:extLst>
          </p:cNvPr>
          <p:cNvSpPr/>
          <p:nvPr userDrawn="1"/>
        </p:nvSpPr>
        <p:spPr>
          <a:xfrm>
            <a:off x="3814627" y="1458546"/>
            <a:ext cx="228858" cy="284526"/>
          </a:xfrm>
          <a:custGeom>
            <a:avLst/>
            <a:gdLst>
              <a:gd name="csX0" fmla="*/ 234950 w 469900"/>
              <a:gd name="csY0" fmla="*/ 0 h 584200"/>
              <a:gd name="csX1" fmla="*/ 221963 w 469900"/>
              <a:gd name="csY1" fmla="*/ 1974 h 584200"/>
              <a:gd name="csX2" fmla="*/ 19470 w 469900"/>
              <a:gd name="csY2" fmla="*/ 87251 h 584200"/>
              <a:gd name="csX3" fmla="*/ 0 w 469900"/>
              <a:gd name="csY3" fmla="*/ 117435 h 584200"/>
              <a:gd name="csX4" fmla="*/ 0 w 469900"/>
              <a:gd name="csY4" fmla="*/ 348357 h 584200"/>
              <a:gd name="csX5" fmla="*/ 24670 w 469900"/>
              <a:gd name="csY5" fmla="*/ 404775 h 584200"/>
              <a:gd name="csX6" fmla="*/ 212892 w 469900"/>
              <a:gd name="csY6" fmla="*/ 575356 h 584200"/>
              <a:gd name="csX7" fmla="*/ 234950 w 469900"/>
              <a:gd name="csY7" fmla="*/ 584200 h 584200"/>
              <a:gd name="csX8" fmla="*/ 257008 w 469900"/>
              <a:gd name="csY8" fmla="*/ 575356 h 584200"/>
              <a:gd name="csX9" fmla="*/ 445230 w 469900"/>
              <a:gd name="csY9" fmla="*/ 404775 h 584200"/>
              <a:gd name="csX10" fmla="*/ 469900 w 469900"/>
              <a:gd name="csY10" fmla="*/ 348357 h 584200"/>
              <a:gd name="csX11" fmla="*/ 469900 w 469900"/>
              <a:gd name="csY11" fmla="*/ 117435 h 584200"/>
              <a:gd name="csX12" fmla="*/ 450429 w 469900"/>
              <a:gd name="csY12" fmla="*/ 87251 h 584200"/>
              <a:gd name="csX13" fmla="*/ 353078 w 469900"/>
              <a:gd name="csY13" fmla="*/ 46574 h 584200"/>
              <a:gd name="csX14" fmla="*/ 247938 w 469900"/>
              <a:gd name="csY14" fmla="*/ 1974 h 584200"/>
              <a:gd name="csX15" fmla="*/ 234950 w 469900"/>
              <a:gd name="csY15" fmla="*/ 0 h 584200"/>
              <a:gd name="csX16" fmla="*/ 349119 w 469900"/>
              <a:gd name="csY16" fmla="*/ 187106 h 584200"/>
              <a:gd name="csX17" fmla="*/ 358277 w 469900"/>
              <a:gd name="csY17" fmla="*/ 190893 h 584200"/>
              <a:gd name="csX18" fmla="*/ 359561 w 469900"/>
              <a:gd name="csY18" fmla="*/ 211908 h 584200"/>
              <a:gd name="csX19" fmla="*/ 201208 w 469900"/>
              <a:gd name="csY19" fmla="*/ 360149 h 584200"/>
              <a:gd name="csX20" fmla="*/ 192115 w 469900"/>
              <a:gd name="csY20" fmla="*/ 357552 h 584200"/>
              <a:gd name="csX21" fmla="*/ 120716 w 469900"/>
              <a:gd name="csY21" fmla="*/ 303757 h 584200"/>
              <a:gd name="csX22" fmla="*/ 118128 w 469900"/>
              <a:gd name="csY22" fmla="*/ 282742 h 584200"/>
              <a:gd name="csX23" fmla="*/ 130397 w 469900"/>
              <a:gd name="csY23" fmla="*/ 277846 h 584200"/>
              <a:gd name="csX24" fmla="*/ 138883 w 469900"/>
              <a:gd name="csY24" fmla="*/ 280118 h 584200"/>
              <a:gd name="csX25" fmla="*/ 201208 w 469900"/>
              <a:gd name="csY25" fmla="*/ 328666 h 584200"/>
              <a:gd name="csX26" fmla="*/ 338806 w 469900"/>
              <a:gd name="csY26" fmla="*/ 192218 h 584200"/>
              <a:gd name="csX27" fmla="*/ 349119 w 469900"/>
              <a:gd name="csY27" fmla="*/ 187106 h 584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469900" h="584200">
                <a:moveTo>
                  <a:pt x="234950" y="0"/>
                </a:moveTo>
                <a:cubicBezTo>
                  <a:pt x="230729" y="0"/>
                  <a:pt x="226509" y="649"/>
                  <a:pt x="221963" y="1974"/>
                </a:cubicBezTo>
                <a:lnTo>
                  <a:pt x="19470" y="87251"/>
                </a:lnTo>
                <a:cubicBezTo>
                  <a:pt x="7789" y="92498"/>
                  <a:pt x="0" y="104317"/>
                  <a:pt x="0" y="117435"/>
                </a:cubicBezTo>
                <a:lnTo>
                  <a:pt x="0" y="348357"/>
                </a:lnTo>
                <a:cubicBezTo>
                  <a:pt x="0" y="369344"/>
                  <a:pt x="9094" y="390332"/>
                  <a:pt x="24670" y="404775"/>
                </a:cubicBezTo>
                <a:lnTo>
                  <a:pt x="212892" y="575356"/>
                </a:lnTo>
                <a:cubicBezTo>
                  <a:pt x="219375" y="581252"/>
                  <a:pt x="227161" y="584200"/>
                  <a:pt x="234950" y="584200"/>
                </a:cubicBezTo>
                <a:cubicBezTo>
                  <a:pt x="242739" y="584200"/>
                  <a:pt x="250525" y="581252"/>
                  <a:pt x="257008" y="575356"/>
                </a:cubicBezTo>
                <a:lnTo>
                  <a:pt x="445230" y="404775"/>
                </a:lnTo>
                <a:cubicBezTo>
                  <a:pt x="460806" y="390332"/>
                  <a:pt x="469900" y="369344"/>
                  <a:pt x="469900" y="348357"/>
                </a:cubicBezTo>
                <a:lnTo>
                  <a:pt x="469900" y="117435"/>
                </a:lnTo>
                <a:cubicBezTo>
                  <a:pt x="469900" y="104317"/>
                  <a:pt x="462111" y="92498"/>
                  <a:pt x="450429" y="87251"/>
                </a:cubicBezTo>
                <a:lnTo>
                  <a:pt x="353078" y="46574"/>
                </a:lnTo>
                <a:lnTo>
                  <a:pt x="247938" y="1974"/>
                </a:lnTo>
                <a:cubicBezTo>
                  <a:pt x="243391" y="649"/>
                  <a:pt x="239171" y="0"/>
                  <a:pt x="234950" y="0"/>
                </a:cubicBezTo>
                <a:close/>
                <a:moveTo>
                  <a:pt x="349119" y="187106"/>
                </a:moveTo>
                <a:cubicBezTo>
                  <a:pt x="352491" y="187106"/>
                  <a:pt x="355819" y="188432"/>
                  <a:pt x="358277" y="190893"/>
                </a:cubicBezTo>
                <a:cubicBezTo>
                  <a:pt x="364760" y="196167"/>
                  <a:pt x="364760" y="205336"/>
                  <a:pt x="359561" y="211908"/>
                </a:cubicBezTo>
                <a:cubicBezTo>
                  <a:pt x="218069" y="360149"/>
                  <a:pt x="207691" y="360149"/>
                  <a:pt x="201208" y="360149"/>
                </a:cubicBezTo>
                <a:cubicBezTo>
                  <a:pt x="197314" y="360149"/>
                  <a:pt x="194705" y="358851"/>
                  <a:pt x="192115" y="357552"/>
                </a:cubicBezTo>
                <a:lnTo>
                  <a:pt x="120716" y="303757"/>
                </a:lnTo>
                <a:cubicBezTo>
                  <a:pt x="115539" y="298510"/>
                  <a:pt x="114235" y="289315"/>
                  <a:pt x="118128" y="282742"/>
                </a:cubicBezTo>
                <a:cubicBezTo>
                  <a:pt x="121261" y="279577"/>
                  <a:pt x="125851" y="277846"/>
                  <a:pt x="130397" y="277846"/>
                </a:cubicBezTo>
                <a:cubicBezTo>
                  <a:pt x="133378" y="277846"/>
                  <a:pt x="136337" y="278577"/>
                  <a:pt x="138883" y="280118"/>
                </a:cubicBezTo>
                <a:lnTo>
                  <a:pt x="201208" y="328666"/>
                </a:lnTo>
                <a:cubicBezTo>
                  <a:pt x="221962" y="312926"/>
                  <a:pt x="284268" y="249935"/>
                  <a:pt x="338806" y="192218"/>
                </a:cubicBezTo>
                <a:cubicBezTo>
                  <a:pt x="341549" y="188756"/>
                  <a:pt x="345355" y="187106"/>
                  <a:pt x="349119" y="187106"/>
                </a:cubicBezTo>
                <a:close/>
              </a:path>
            </a:pathLst>
          </a:custGeom>
          <a:gradFill>
            <a:gsLst>
              <a:gs pos="0">
                <a:srgbClr val="FFD1A2"/>
              </a:gs>
              <a:gs pos="25481">
                <a:srgbClr val="FDAFB5"/>
              </a:gs>
              <a:gs pos="69564">
                <a:srgbClr val="CFA9FC"/>
              </a:gs>
              <a:gs pos="100000">
                <a:srgbClr val="A8B5FF"/>
              </a:gs>
            </a:gsLst>
            <a:lin ang="7200000" scaled="0"/>
          </a:gra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8" name="Graphic 4">
            <a:extLst>
              <a:ext uri="{FF2B5EF4-FFF2-40B4-BE49-F238E27FC236}">
                <a16:creationId xmlns:a16="http://schemas.microsoft.com/office/drawing/2014/main" id="{C3A7E54D-4F65-C6AC-BBA6-54051A629606}"/>
              </a:ext>
            </a:extLst>
          </p:cNvPr>
          <p:cNvSpPr/>
          <p:nvPr userDrawn="1"/>
        </p:nvSpPr>
        <p:spPr>
          <a:xfrm>
            <a:off x="1305190" y="1474127"/>
            <a:ext cx="263098" cy="268945"/>
          </a:xfrm>
          <a:custGeom>
            <a:avLst/>
            <a:gdLst>
              <a:gd name="csX0" fmla="*/ 285750 w 571500"/>
              <a:gd name="csY0" fmla="*/ 0 h 584200"/>
              <a:gd name="csX1" fmla="*/ 0 w 571500"/>
              <a:gd name="csY1" fmla="*/ 292100 h 584200"/>
              <a:gd name="csX2" fmla="*/ 285750 w 571500"/>
              <a:gd name="csY2" fmla="*/ 584200 h 584200"/>
              <a:gd name="csX3" fmla="*/ 571500 w 571500"/>
              <a:gd name="csY3" fmla="*/ 292100 h 584200"/>
              <a:gd name="csX4" fmla="*/ 285750 w 571500"/>
              <a:gd name="csY4" fmla="*/ 0 h 584200"/>
              <a:gd name="csX5" fmla="*/ 172085 w 571500"/>
              <a:gd name="csY5" fmla="*/ 179154 h 584200"/>
              <a:gd name="csX6" fmla="*/ 181610 w 571500"/>
              <a:gd name="csY6" fmla="*/ 183050 h 584200"/>
              <a:gd name="csX7" fmla="*/ 285750 w 571500"/>
              <a:gd name="csY7" fmla="*/ 279118 h 584200"/>
              <a:gd name="csX8" fmla="*/ 289560 w 571500"/>
              <a:gd name="csY8" fmla="*/ 289503 h 584200"/>
              <a:gd name="csX9" fmla="*/ 285750 w 571500"/>
              <a:gd name="csY9" fmla="*/ 299890 h 584200"/>
              <a:gd name="csX10" fmla="*/ 179070 w 571500"/>
              <a:gd name="csY10" fmla="*/ 399853 h 584200"/>
              <a:gd name="csX11" fmla="*/ 170180 w 571500"/>
              <a:gd name="csY11" fmla="*/ 403747 h 584200"/>
              <a:gd name="csX12" fmla="*/ 160020 w 571500"/>
              <a:gd name="csY12" fmla="*/ 398554 h 584200"/>
              <a:gd name="csX13" fmla="*/ 161290 w 571500"/>
              <a:gd name="csY13" fmla="*/ 379081 h 584200"/>
              <a:gd name="csX14" fmla="*/ 256540 w 571500"/>
              <a:gd name="csY14" fmla="*/ 289503 h 584200"/>
              <a:gd name="csX15" fmla="*/ 163830 w 571500"/>
              <a:gd name="csY15" fmla="*/ 202522 h 584200"/>
              <a:gd name="csX16" fmla="*/ 162560 w 571500"/>
              <a:gd name="csY16" fmla="*/ 183050 h 584200"/>
              <a:gd name="csX17" fmla="*/ 172085 w 571500"/>
              <a:gd name="csY17" fmla="*/ 179154 h 584200"/>
              <a:gd name="csX18" fmla="*/ 305435 w 571500"/>
              <a:gd name="csY18" fmla="*/ 177857 h 584200"/>
              <a:gd name="csX19" fmla="*/ 314960 w 571500"/>
              <a:gd name="csY19" fmla="*/ 181751 h 584200"/>
              <a:gd name="csX20" fmla="*/ 419100 w 571500"/>
              <a:gd name="csY20" fmla="*/ 277819 h 584200"/>
              <a:gd name="csX21" fmla="*/ 422910 w 571500"/>
              <a:gd name="csY21" fmla="*/ 288206 h 584200"/>
              <a:gd name="csX22" fmla="*/ 419100 w 571500"/>
              <a:gd name="csY22" fmla="*/ 298591 h 584200"/>
              <a:gd name="csX23" fmla="*/ 312420 w 571500"/>
              <a:gd name="csY23" fmla="*/ 398554 h 584200"/>
              <a:gd name="csX24" fmla="*/ 303530 w 571500"/>
              <a:gd name="csY24" fmla="*/ 402449 h 584200"/>
              <a:gd name="csX25" fmla="*/ 293370 w 571500"/>
              <a:gd name="csY25" fmla="*/ 397256 h 584200"/>
              <a:gd name="csX26" fmla="*/ 294640 w 571500"/>
              <a:gd name="csY26" fmla="*/ 379081 h 584200"/>
              <a:gd name="csX27" fmla="*/ 389890 w 571500"/>
              <a:gd name="csY27" fmla="*/ 288206 h 584200"/>
              <a:gd name="csX28" fmla="*/ 297180 w 571500"/>
              <a:gd name="csY28" fmla="*/ 201225 h 584200"/>
              <a:gd name="csX29" fmla="*/ 295910 w 571500"/>
              <a:gd name="csY29" fmla="*/ 181751 h 584200"/>
              <a:gd name="csX30" fmla="*/ 305435 w 571500"/>
              <a:gd name="csY30" fmla="*/ 177857 h 584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571500" h="584200">
                <a:moveTo>
                  <a:pt x="285750" y="0"/>
                </a:moveTo>
                <a:cubicBezTo>
                  <a:pt x="127000" y="0"/>
                  <a:pt x="0" y="131121"/>
                  <a:pt x="0" y="292100"/>
                </a:cubicBezTo>
                <a:cubicBezTo>
                  <a:pt x="0" y="453079"/>
                  <a:pt x="127000" y="584200"/>
                  <a:pt x="285750" y="584200"/>
                </a:cubicBezTo>
                <a:cubicBezTo>
                  <a:pt x="443230" y="584200"/>
                  <a:pt x="571500" y="453079"/>
                  <a:pt x="571500" y="292100"/>
                </a:cubicBezTo>
                <a:cubicBezTo>
                  <a:pt x="571500" y="131121"/>
                  <a:pt x="443230" y="0"/>
                  <a:pt x="285750" y="0"/>
                </a:cubicBezTo>
                <a:close/>
                <a:moveTo>
                  <a:pt x="172085" y="179154"/>
                </a:moveTo>
                <a:cubicBezTo>
                  <a:pt x="175577" y="179154"/>
                  <a:pt x="179070" y="180453"/>
                  <a:pt x="181610" y="183050"/>
                </a:cubicBezTo>
                <a:lnTo>
                  <a:pt x="285750" y="279118"/>
                </a:lnTo>
                <a:cubicBezTo>
                  <a:pt x="288290" y="281714"/>
                  <a:pt x="289560" y="285609"/>
                  <a:pt x="289560" y="289503"/>
                </a:cubicBezTo>
                <a:cubicBezTo>
                  <a:pt x="289560" y="293398"/>
                  <a:pt x="288290" y="297293"/>
                  <a:pt x="285750" y="299890"/>
                </a:cubicBezTo>
                <a:lnTo>
                  <a:pt x="179070" y="399853"/>
                </a:lnTo>
                <a:cubicBezTo>
                  <a:pt x="176530" y="402449"/>
                  <a:pt x="172720" y="403747"/>
                  <a:pt x="170180" y="403747"/>
                </a:cubicBezTo>
                <a:cubicBezTo>
                  <a:pt x="166370" y="403747"/>
                  <a:pt x="162560" y="401150"/>
                  <a:pt x="160020" y="398554"/>
                </a:cubicBezTo>
                <a:cubicBezTo>
                  <a:pt x="154940" y="393362"/>
                  <a:pt x="154940" y="384274"/>
                  <a:pt x="161290" y="379081"/>
                </a:cubicBezTo>
                <a:lnTo>
                  <a:pt x="256540" y="289503"/>
                </a:lnTo>
                <a:lnTo>
                  <a:pt x="163830" y="202522"/>
                </a:lnTo>
                <a:cubicBezTo>
                  <a:pt x="158750" y="197330"/>
                  <a:pt x="158750" y="188242"/>
                  <a:pt x="162560" y="183050"/>
                </a:cubicBezTo>
                <a:cubicBezTo>
                  <a:pt x="165100" y="180453"/>
                  <a:pt x="168593" y="179154"/>
                  <a:pt x="172085" y="179154"/>
                </a:cubicBezTo>
                <a:close/>
                <a:moveTo>
                  <a:pt x="305435" y="177857"/>
                </a:moveTo>
                <a:cubicBezTo>
                  <a:pt x="308927" y="177857"/>
                  <a:pt x="312420" y="179154"/>
                  <a:pt x="314960" y="181751"/>
                </a:cubicBezTo>
                <a:lnTo>
                  <a:pt x="419100" y="277819"/>
                </a:lnTo>
                <a:cubicBezTo>
                  <a:pt x="421640" y="280416"/>
                  <a:pt x="422910" y="284310"/>
                  <a:pt x="422910" y="288206"/>
                </a:cubicBezTo>
                <a:cubicBezTo>
                  <a:pt x="422910" y="292100"/>
                  <a:pt x="421640" y="295994"/>
                  <a:pt x="419100" y="298591"/>
                </a:cubicBezTo>
                <a:lnTo>
                  <a:pt x="312420" y="398554"/>
                </a:lnTo>
                <a:cubicBezTo>
                  <a:pt x="309880" y="401150"/>
                  <a:pt x="306070" y="402449"/>
                  <a:pt x="303530" y="402449"/>
                </a:cubicBezTo>
                <a:cubicBezTo>
                  <a:pt x="299720" y="402449"/>
                  <a:pt x="295910" y="401150"/>
                  <a:pt x="293370" y="397256"/>
                </a:cubicBezTo>
                <a:cubicBezTo>
                  <a:pt x="288290" y="392063"/>
                  <a:pt x="288290" y="384274"/>
                  <a:pt x="294640" y="379081"/>
                </a:cubicBezTo>
                <a:lnTo>
                  <a:pt x="389890" y="288206"/>
                </a:lnTo>
                <a:lnTo>
                  <a:pt x="297180" y="201225"/>
                </a:lnTo>
                <a:cubicBezTo>
                  <a:pt x="292100" y="196031"/>
                  <a:pt x="292100" y="188242"/>
                  <a:pt x="295910" y="181751"/>
                </a:cubicBezTo>
                <a:cubicBezTo>
                  <a:pt x="298450" y="179154"/>
                  <a:pt x="301943" y="177857"/>
                  <a:pt x="305435" y="177857"/>
                </a:cubicBezTo>
                <a:close/>
              </a:path>
            </a:pathLst>
          </a:custGeom>
          <a:gradFill>
            <a:gsLst>
              <a:gs pos="0">
                <a:srgbClr val="FFD1A2"/>
              </a:gs>
              <a:gs pos="25481">
                <a:srgbClr val="FDAFB5"/>
              </a:gs>
              <a:gs pos="69564">
                <a:srgbClr val="CFA9FC"/>
              </a:gs>
              <a:gs pos="100000">
                <a:srgbClr val="A8B5FF"/>
              </a:gs>
            </a:gsLst>
            <a:lin ang="7200000" scaled="0"/>
          </a:gra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5" name="Google Shape;22;p3">
            <a:extLst>
              <a:ext uri="{FF2B5EF4-FFF2-40B4-BE49-F238E27FC236}">
                <a16:creationId xmlns:a16="http://schemas.microsoft.com/office/drawing/2014/main" id="{3AD0033B-6442-B044-2B73-B5EFF05C6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6" name="Google Shape;23;p3">
            <a:extLst>
              <a:ext uri="{FF2B5EF4-FFF2-40B4-BE49-F238E27FC236}">
                <a16:creationId xmlns:a16="http://schemas.microsoft.com/office/drawing/2014/main" id="{9E29B496-65BC-108F-AD4B-DEA6477A3DF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" name="Google Shape;28;p5">
            <a:extLst>
              <a:ext uri="{FF2B5EF4-FFF2-40B4-BE49-F238E27FC236}">
                <a16:creationId xmlns:a16="http://schemas.microsoft.com/office/drawing/2014/main" id="{C19A04CF-039A-2E33-3F45-30D880D5F7C9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7689874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- body +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0B677928-0471-E9E4-FCBA-439666B2F916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1E45DD3C-EF1B-631E-9E2C-CB100E75B2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31FAF028-3464-B64A-D166-7F791623CC2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30C578C-B666-7249-87BE-8D6B63A1C8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1450" y="1463050"/>
            <a:ext cx="3700719" cy="33147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48EB67-AE36-7F30-E7B2-7DE0A21C0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36889" y="1463050"/>
            <a:ext cx="3700719" cy="33147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783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- body + bullet list, 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8;p5">
            <a:extLst>
              <a:ext uri="{FF2B5EF4-FFF2-40B4-BE49-F238E27FC236}">
                <a16:creationId xmlns:a16="http://schemas.microsoft.com/office/drawing/2014/main" id="{5EE6D963-EB70-BB56-7E41-3F1FEE3D2497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0" name="Google Shape;22;p3">
            <a:extLst>
              <a:ext uri="{FF2B5EF4-FFF2-40B4-BE49-F238E27FC236}">
                <a16:creationId xmlns:a16="http://schemas.microsoft.com/office/drawing/2014/main" id="{49208762-E53E-F10F-C90E-2D42475A1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11" name="Google Shape;23;p3">
            <a:extLst>
              <a:ext uri="{FF2B5EF4-FFF2-40B4-BE49-F238E27FC236}">
                <a16:creationId xmlns:a16="http://schemas.microsoft.com/office/drawing/2014/main" id="{5F81FC0C-996F-5682-CBE6-867C8B481EA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FF02F99-96A7-BC33-8D00-D79F0119BEF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11450" y="1463050"/>
            <a:ext cx="3700719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3E88FBA-BC4A-68E1-7497-3A15777A2C0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958569" y="1463050"/>
            <a:ext cx="3700719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9A2C9AD-72ED-C0D1-243C-3D33AD82908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11450" y="2912405"/>
            <a:ext cx="3700719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18F5E8-FEC3-8914-DEF5-547DEFC5C5A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958569" y="2912405"/>
            <a:ext cx="3700719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75900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- body + bullet list, 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4BFE0ED1-38C1-2420-F253-CDCF39B1B5C3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2799E77B-AE1E-AC18-590E-308C039BA0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0E15A22B-7057-22F8-59A0-344DD931662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156310-0900-5C73-2D89-734222A65DC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11450" y="1463050"/>
            <a:ext cx="2458157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E14EC2-F458-D818-E100-6E02FA44340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41262" y="1463050"/>
            <a:ext cx="2458157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EBBFC61-8D83-F02F-0CDD-12FA3DB276B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71074" y="1463050"/>
            <a:ext cx="2458157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C683841-F322-DD06-AF91-173547DAC40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1450" y="2924846"/>
            <a:ext cx="2458157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188924-4FE6-2979-2952-B6238406E07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41262" y="2924846"/>
            <a:ext cx="2458157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E46D3F2-5E18-B77C-E79B-73C39BE1699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71074" y="2924846"/>
            <a:ext cx="2458157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865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Text Container - 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97;p78">
            <a:extLst>
              <a:ext uri="{FF2B5EF4-FFF2-40B4-BE49-F238E27FC236}">
                <a16:creationId xmlns:a16="http://schemas.microsoft.com/office/drawing/2014/main" id="{18DC03E2-BEF6-9F6B-642B-795E46FAB7F7}"/>
              </a:ext>
            </a:extLst>
          </p:cNvPr>
          <p:cNvSpPr/>
          <p:nvPr userDrawn="1"/>
        </p:nvSpPr>
        <p:spPr>
          <a:xfrm>
            <a:off x="4749750" y="1208381"/>
            <a:ext cx="3982800" cy="2731499"/>
          </a:xfrm>
          <a:prstGeom prst="roundRect">
            <a:avLst>
              <a:gd name="adj" fmla="val 2539"/>
            </a:avLst>
          </a:prstGeom>
          <a:solidFill>
            <a:srgbClr val="F7F7F8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59AC9B0-B3A1-DE83-3C96-B93DB289700A}"/>
              </a:ext>
            </a:extLst>
          </p:cNvPr>
          <p:cNvSpPr/>
          <p:nvPr userDrawn="1"/>
        </p:nvSpPr>
        <p:spPr>
          <a:xfrm>
            <a:off x="5010553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Google Shape;397;p78">
            <a:extLst>
              <a:ext uri="{FF2B5EF4-FFF2-40B4-BE49-F238E27FC236}">
                <a16:creationId xmlns:a16="http://schemas.microsoft.com/office/drawing/2014/main" id="{5D5B335F-DF7D-07E8-4C69-DF0E47ED0FF3}"/>
              </a:ext>
            </a:extLst>
          </p:cNvPr>
          <p:cNvSpPr/>
          <p:nvPr userDrawn="1"/>
        </p:nvSpPr>
        <p:spPr>
          <a:xfrm>
            <a:off x="411424" y="1208381"/>
            <a:ext cx="3982800" cy="2731499"/>
          </a:xfrm>
          <a:prstGeom prst="roundRect">
            <a:avLst>
              <a:gd name="adj" fmla="val 2539"/>
            </a:avLst>
          </a:prstGeom>
          <a:solidFill>
            <a:srgbClr val="F7F7F8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1F2D20D-2AB8-AACC-BC7F-9EC5D58C4D04}"/>
              </a:ext>
            </a:extLst>
          </p:cNvPr>
          <p:cNvSpPr/>
          <p:nvPr userDrawn="1"/>
        </p:nvSpPr>
        <p:spPr>
          <a:xfrm>
            <a:off x="672227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FA540132-296A-D7FA-7A31-3AE04683EFB5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383D610E-3685-FD2A-741C-71BF61556D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9DE8DE93-847A-752E-0239-4449DD92759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551FA230-2609-A344-E0E5-2C6039384A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695" y="2124033"/>
            <a:ext cx="3131307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lnSpc>
                <a:spcPct val="100000"/>
              </a:lnSpc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</a:t>
            </a:r>
            <a:br>
              <a:rPr lang="en-US"/>
            </a:br>
            <a:r>
              <a:rPr lang="en-US"/>
              <a:t>than 2 lines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37E04E9A-F891-A95F-9F01-B9FD81118D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695" y="2755150"/>
            <a:ext cx="3131307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 dummy text ever since the 1500s.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CDEB836-0838-A44D-217D-C193E3FC02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3451" y="2124033"/>
            <a:ext cx="3131307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</a:t>
            </a:r>
            <a:br>
              <a:rPr lang="en-US"/>
            </a:br>
            <a:r>
              <a:rPr lang="en-US"/>
              <a:t>than 2 lines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34925C76-E9D2-117C-39BB-432E5146EF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3451" y="2755150"/>
            <a:ext cx="3131307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 dummy text ever since the 1500s.</a:t>
            </a:r>
          </a:p>
        </p:txBody>
      </p:sp>
      <p:cxnSp>
        <p:nvCxnSpPr>
          <p:cNvPr id="13" name="Google Shape;772;p117">
            <a:extLst>
              <a:ext uri="{FF2B5EF4-FFF2-40B4-BE49-F238E27FC236}">
                <a16:creationId xmlns:a16="http://schemas.microsoft.com/office/drawing/2014/main" id="{62EF9D9F-9FF9-9EDC-684E-B32CB7F9B890}"/>
              </a:ext>
            </a:extLst>
          </p:cNvPr>
          <p:cNvCxnSpPr>
            <a:cxnSpLocks/>
          </p:cNvCxnSpPr>
          <p:nvPr userDrawn="1"/>
        </p:nvCxnSpPr>
        <p:spPr>
          <a:xfrm>
            <a:off x="5006021" y="2700420"/>
            <a:ext cx="3475483" cy="0"/>
          </a:xfrm>
          <a:prstGeom prst="straightConnector1">
            <a:avLst/>
          </a:prstGeom>
          <a:noFill/>
          <a:ln w="9525" cap="flat" cmpd="sng">
            <a:solidFill>
              <a:srgbClr val="BFBFC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772;p117">
            <a:extLst>
              <a:ext uri="{FF2B5EF4-FFF2-40B4-BE49-F238E27FC236}">
                <a16:creationId xmlns:a16="http://schemas.microsoft.com/office/drawing/2014/main" id="{54582F46-F1F6-1AEC-DA6D-BDED0C1BB730}"/>
              </a:ext>
            </a:extLst>
          </p:cNvPr>
          <p:cNvCxnSpPr>
            <a:cxnSpLocks/>
          </p:cNvCxnSpPr>
          <p:nvPr userDrawn="1"/>
        </p:nvCxnSpPr>
        <p:spPr>
          <a:xfrm>
            <a:off x="667695" y="2700420"/>
            <a:ext cx="3475483" cy="0"/>
          </a:xfrm>
          <a:prstGeom prst="straightConnector1">
            <a:avLst/>
          </a:prstGeom>
          <a:noFill/>
          <a:ln w="9525" cap="flat" cmpd="sng">
            <a:solidFill>
              <a:srgbClr val="BFBFC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113463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Text Container - 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97;p78">
            <a:extLst>
              <a:ext uri="{FF2B5EF4-FFF2-40B4-BE49-F238E27FC236}">
                <a16:creationId xmlns:a16="http://schemas.microsoft.com/office/drawing/2014/main" id="{840F6554-E7B6-BA48-F7CB-F70D51ED5654}"/>
              </a:ext>
            </a:extLst>
          </p:cNvPr>
          <p:cNvSpPr/>
          <p:nvPr userDrawn="1"/>
        </p:nvSpPr>
        <p:spPr>
          <a:xfrm>
            <a:off x="5972775" y="1215950"/>
            <a:ext cx="2518826" cy="3297438"/>
          </a:xfrm>
          <a:prstGeom prst="roundRect">
            <a:avLst>
              <a:gd name="adj" fmla="val 2539"/>
            </a:avLst>
          </a:prstGeom>
          <a:solidFill>
            <a:srgbClr val="F7F7F8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B45222C-CBA4-B343-CF34-2AA135696079}"/>
              </a:ext>
            </a:extLst>
          </p:cNvPr>
          <p:cNvSpPr/>
          <p:nvPr userDrawn="1"/>
        </p:nvSpPr>
        <p:spPr>
          <a:xfrm>
            <a:off x="6228356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3" name="Google Shape;397;p78">
            <a:extLst>
              <a:ext uri="{FF2B5EF4-FFF2-40B4-BE49-F238E27FC236}">
                <a16:creationId xmlns:a16="http://schemas.microsoft.com/office/drawing/2014/main" id="{752B47BB-DE81-36C6-4FEE-4BBB0C8488F9}"/>
              </a:ext>
            </a:extLst>
          </p:cNvPr>
          <p:cNvSpPr/>
          <p:nvPr userDrawn="1"/>
        </p:nvSpPr>
        <p:spPr>
          <a:xfrm>
            <a:off x="3194598" y="1215950"/>
            <a:ext cx="2518826" cy="3297438"/>
          </a:xfrm>
          <a:prstGeom prst="roundRect">
            <a:avLst>
              <a:gd name="adj" fmla="val 2539"/>
            </a:avLst>
          </a:prstGeom>
          <a:solidFill>
            <a:srgbClr val="F7F7F8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1361400-9332-C95C-C231-CC0F287307A8}"/>
              </a:ext>
            </a:extLst>
          </p:cNvPr>
          <p:cNvSpPr/>
          <p:nvPr userDrawn="1"/>
        </p:nvSpPr>
        <p:spPr>
          <a:xfrm>
            <a:off x="3450868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5" name="Google Shape;397;p78">
            <a:extLst>
              <a:ext uri="{FF2B5EF4-FFF2-40B4-BE49-F238E27FC236}">
                <a16:creationId xmlns:a16="http://schemas.microsoft.com/office/drawing/2014/main" id="{F278FC9A-5168-5FA5-5E6E-BDABC171EB71}"/>
              </a:ext>
            </a:extLst>
          </p:cNvPr>
          <p:cNvSpPr/>
          <p:nvPr userDrawn="1"/>
        </p:nvSpPr>
        <p:spPr>
          <a:xfrm>
            <a:off x="411425" y="1215950"/>
            <a:ext cx="2518826" cy="3297438"/>
          </a:xfrm>
          <a:prstGeom prst="roundRect">
            <a:avLst>
              <a:gd name="adj" fmla="val 2539"/>
            </a:avLst>
          </a:prstGeom>
          <a:solidFill>
            <a:srgbClr val="F7F7F8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1622FAB-98C2-CB69-431C-10B4A0072A8C}"/>
              </a:ext>
            </a:extLst>
          </p:cNvPr>
          <p:cNvSpPr/>
          <p:nvPr userDrawn="1"/>
        </p:nvSpPr>
        <p:spPr>
          <a:xfrm>
            <a:off x="667695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00D2AC4D-54CC-DF97-6678-28C5E6C4F374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96973FAA-BD42-7EDE-941A-78C5AF1072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CE28F88B-AB56-EBCC-5202-23132D53B82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6C49B544-4A9F-9A72-88C9-D0C8FEE757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695" y="2124033"/>
            <a:ext cx="2000091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23C3EDB5-2B6E-7019-4FDB-6BC02B4A13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695" y="2755150"/>
            <a:ext cx="2000091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 dummy text ever since the 1500s.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41FABC80-6980-0A26-1F3B-9A4C04553E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8029" y="2124033"/>
            <a:ext cx="2000091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23194173-EA07-D74A-9103-3E7B4BBF5D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58029" y="2755150"/>
            <a:ext cx="2000091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 dummy text ever since the 1500s.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FAACA798-EEF6-01E2-8CF7-A7B0EDF072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28356" y="2124033"/>
            <a:ext cx="2000091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DEFDB11-1FCE-EA2D-1145-533420CE22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8356" y="2755150"/>
            <a:ext cx="2000091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 dummy text ever since the 1500s.</a:t>
            </a:r>
          </a:p>
        </p:txBody>
      </p:sp>
      <p:cxnSp>
        <p:nvCxnSpPr>
          <p:cNvPr id="17" name="Google Shape;772;p117">
            <a:extLst>
              <a:ext uri="{FF2B5EF4-FFF2-40B4-BE49-F238E27FC236}">
                <a16:creationId xmlns:a16="http://schemas.microsoft.com/office/drawing/2014/main" id="{6AF6A72D-C916-49D1-EF37-F601D0167B83}"/>
              </a:ext>
            </a:extLst>
          </p:cNvPr>
          <p:cNvCxnSpPr>
            <a:cxnSpLocks/>
          </p:cNvCxnSpPr>
          <p:nvPr userDrawn="1"/>
        </p:nvCxnSpPr>
        <p:spPr>
          <a:xfrm>
            <a:off x="6228356" y="2700420"/>
            <a:ext cx="2000091" cy="0"/>
          </a:xfrm>
          <a:prstGeom prst="straightConnector1">
            <a:avLst/>
          </a:prstGeom>
          <a:noFill/>
          <a:ln w="9525" cap="flat" cmpd="sng">
            <a:solidFill>
              <a:srgbClr val="BFBFC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772;p117">
            <a:extLst>
              <a:ext uri="{FF2B5EF4-FFF2-40B4-BE49-F238E27FC236}">
                <a16:creationId xmlns:a16="http://schemas.microsoft.com/office/drawing/2014/main" id="{B450C33E-4BC9-3059-DA2F-51100B8442CF}"/>
              </a:ext>
            </a:extLst>
          </p:cNvPr>
          <p:cNvCxnSpPr>
            <a:cxnSpLocks/>
          </p:cNvCxnSpPr>
          <p:nvPr userDrawn="1"/>
        </p:nvCxnSpPr>
        <p:spPr>
          <a:xfrm>
            <a:off x="667695" y="2700420"/>
            <a:ext cx="2000091" cy="0"/>
          </a:xfrm>
          <a:prstGeom prst="straightConnector1">
            <a:avLst/>
          </a:prstGeom>
          <a:noFill/>
          <a:ln w="9525" cap="flat" cmpd="sng">
            <a:solidFill>
              <a:srgbClr val="BFBFC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772;p117">
            <a:extLst>
              <a:ext uri="{FF2B5EF4-FFF2-40B4-BE49-F238E27FC236}">
                <a16:creationId xmlns:a16="http://schemas.microsoft.com/office/drawing/2014/main" id="{975E4F39-BCDA-82C2-72E4-2248FF8E7F6B}"/>
              </a:ext>
            </a:extLst>
          </p:cNvPr>
          <p:cNvCxnSpPr>
            <a:cxnSpLocks/>
          </p:cNvCxnSpPr>
          <p:nvPr userDrawn="1"/>
        </p:nvCxnSpPr>
        <p:spPr>
          <a:xfrm>
            <a:off x="3442211" y="2700420"/>
            <a:ext cx="2000091" cy="0"/>
          </a:xfrm>
          <a:prstGeom prst="straightConnector1">
            <a:avLst/>
          </a:prstGeom>
          <a:noFill/>
          <a:ln w="9525" cap="flat" cmpd="sng">
            <a:solidFill>
              <a:srgbClr val="BFBFC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593378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Text Container - 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97;p78">
            <a:extLst>
              <a:ext uri="{FF2B5EF4-FFF2-40B4-BE49-F238E27FC236}">
                <a16:creationId xmlns:a16="http://schemas.microsoft.com/office/drawing/2014/main" id="{1709554E-297B-F91E-F23C-C17C7967A1E7}"/>
              </a:ext>
            </a:extLst>
          </p:cNvPr>
          <p:cNvSpPr/>
          <p:nvPr userDrawn="1"/>
        </p:nvSpPr>
        <p:spPr>
          <a:xfrm>
            <a:off x="6781381" y="1215950"/>
            <a:ext cx="1939656" cy="2940164"/>
          </a:xfrm>
          <a:prstGeom prst="roundRect">
            <a:avLst>
              <a:gd name="adj" fmla="val 2539"/>
            </a:avLst>
          </a:prstGeom>
          <a:solidFill>
            <a:srgbClr val="F7F7F8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397;p78">
            <a:extLst>
              <a:ext uri="{FF2B5EF4-FFF2-40B4-BE49-F238E27FC236}">
                <a16:creationId xmlns:a16="http://schemas.microsoft.com/office/drawing/2014/main" id="{597F555A-2F71-529F-6E35-D799E4861A31}"/>
              </a:ext>
            </a:extLst>
          </p:cNvPr>
          <p:cNvSpPr/>
          <p:nvPr userDrawn="1"/>
        </p:nvSpPr>
        <p:spPr>
          <a:xfrm>
            <a:off x="4652778" y="1215950"/>
            <a:ext cx="1939656" cy="2940164"/>
          </a:xfrm>
          <a:prstGeom prst="roundRect">
            <a:avLst>
              <a:gd name="adj" fmla="val 2539"/>
            </a:avLst>
          </a:prstGeom>
          <a:solidFill>
            <a:srgbClr val="F7F7F8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Google Shape;397;p78">
            <a:extLst>
              <a:ext uri="{FF2B5EF4-FFF2-40B4-BE49-F238E27FC236}">
                <a16:creationId xmlns:a16="http://schemas.microsoft.com/office/drawing/2014/main" id="{47E54F80-9326-F28D-2AFD-9FB8FE164BAD}"/>
              </a:ext>
            </a:extLst>
          </p:cNvPr>
          <p:cNvSpPr/>
          <p:nvPr userDrawn="1"/>
        </p:nvSpPr>
        <p:spPr>
          <a:xfrm>
            <a:off x="2529171" y="1215950"/>
            <a:ext cx="1939656" cy="2940164"/>
          </a:xfrm>
          <a:prstGeom prst="roundRect">
            <a:avLst>
              <a:gd name="adj" fmla="val 2539"/>
            </a:avLst>
          </a:prstGeom>
          <a:solidFill>
            <a:srgbClr val="F7F7F8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Google Shape;397;p78">
            <a:extLst>
              <a:ext uri="{FF2B5EF4-FFF2-40B4-BE49-F238E27FC236}">
                <a16:creationId xmlns:a16="http://schemas.microsoft.com/office/drawing/2014/main" id="{2263D78F-6E0A-60AA-57A4-40635FE8FB4B}"/>
              </a:ext>
            </a:extLst>
          </p:cNvPr>
          <p:cNvSpPr/>
          <p:nvPr userDrawn="1"/>
        </p:nvSpPr>
        <p:spPr>
          <a:xfrm>
            <a:off x="411425" y="1215950"/>
            <a:ext cx="1939656" cy="2940164"/>
          </a:xfrm>
          <a:prstGeom prst="roundRect">
            <a:avLst>
              <a:gd name="adj" fmla="val 2539"/>
            </a:avLst>
          </a:prstGeom>
          <a:solidFill>
            <a:srgbClr val="F7F7F8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" name="Google Shape;772;p117">
            <a:extLst>
              <a:ext uri="{FF2B5EF4-FFF2-40B4-BE49-F238E27FC236}">
                <a16:creationId xmlns:a16="http://schemas.microsoft.com/office/drawing/2014/main" id="{4DF22EC2-BAC8-1499-0650-1C964C9B4494}"/>
              </a:ext>
            </a:extLst>
          </p:cNvPr>
          <p:cNvCxnSpPr>
            <a:cxnSpLocks/>
          </p:cNvCxnSpPr>
          <p:nvPr userDrawn="1"/>
        </p:nvCxnSpPr>
        <p:spPr>
          <a:xfrm>
            <a:off x="7026597" y="2700419"/>
            <a:ext cx="1432272" cy="0"/>
          </a:xfrm>
          <a:prstGeom prst="straightConnector1">
            <a:avLst/>
          </a:prstGeom>
          <a:noFill/>
          <a:ln w="9525" cap="flat" cmpd="sng">
            <a:solidFill>
              <a:srgbClr val="BFBFC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772;p117">
            <a:extLst>
              <a:ext uri="{FF2B5EF4-FFF2-40B4-BE49-F238E27FC236}">
                <a16:creationId xmlns:a16="http://schemas.microsoft.com/office/drawing/2014/main" id="{A0FB7513-595B-3F4C-66C6-3A8B57C12EE5}"/>
              </a:ext>
            </a:extLst>
          </p:cNvPr>
          <p:cNvCxnSpPr>
            <a:cxnSpLocks/>
          </p:cNvCxnSpPr>
          <p:nvPr userDrawn="1"/>
        </p:nvCxnSpPr>
        <p:spPr>
          <a:xfrm>
            <a:off x="667695" y="2700420"/>
            <a:ext cx="1432272" cy="0"/>
          </a:xfrm>
          <a:prstGeom prst="straightConnector1">
            <a:avLst/>
          </a:prstGeom>
          <a:noFill/>
          <a:ln w="9525" cap="flat" cmpd="sng">
            <a:solidFill>
              <a:srgbClr val="BFBFC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772;p117">
            <a:extLst>
              <a:ext uri="{FF2B5EF4-FFF2-40B4-BE49-F238E27FC236}">
                <a16:creationId xmlns:a16="http://schemas.microsoft.com/office/drawing/2014/main" id="{CBAB59B1-3F1B-6E33-A3C1-FA3C5D1FE7F1}"/>
              </a:ext>
            </a:extLst>
          </p:cNvPr>
          <p:cNvCxnSpPr>
            <a:cxnSpLocks/>
          </p:cNvCxnSpPr>
          <p:nvPr userDrawn="1"/>
        </p:nvCxnSpPr>
        <p:spPr>
          <a:xfrm>
            <a:off x="2780275" y="2700420"/>
            <a:ext cx="1432272" cy="0"/>
          </a:xfrm>
          <a:prstGeom prst="straightConnector1">
            <a:avLst/>
          </a:prstGeom>
          <a:noFill/>
          <a:ln w="9525" cap="flat" cmpd="sng">
            <a:solidFill>
              <a:srgbClr val="BFBFC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772;p117">
            <a:extLst>
              <a:ext uri="{FF2B5EF4-FFF2-40B4-BE49-F238E27FC236}">
                <a16:creationId xmlns:a16="http://schemas.microsoft.com/office/drawing/2014/main" id="{5A23A2F8-81B3-3F91-A483-5E5BD329CE8F}"/>
              </a:ext>
            </a:extLst>
          </p:cNvPr>
          <p:cNvCxnSpPr>
            <a:cxnSpLocks/>
          </p:cNvCxnSpPr>
          <p:nvPr userDrawn="1"/>
        </p:nvCxnSpPr>
        <p:spPr>
          <a:xfrm>
            <a:off x="4903436" y="2700420"/>
            <a:ext cx="1432272" cy="0"/>
          </a:xfrm>
          <a:prstGeom prst="straightConnector1">
            <a:avLst/>
          </a:prstGeom>
          <a:noFill/>
          <a:ln w="9525" cap="flat" cmpd="sng">
            <a:solidFill>
              <a:srgbClr val="BFBF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A895B3D-3E30-07D5-ECAB-2E28203AF0DA}"/>
              </a:ext>
            </a:extLst>
          </p:cNvPr>
          <p:cNvSpPr/>
          <p:nvPr userDrawn="1"/>
        </p:nvSpPr>
        <p:spPr>
          <a:xfrm>
            <a:off x="667695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24D5C31-1C16-5130-17B3-66C8F684D826}"/>
              </a:ext>
            </a:extLst>
          </p:cNvPr>
          <p:cNvSpPr/>
          <p:nvPr userDrawn="1"/>
        </p:nvSpPr>
        <p:spPr>
          <a:xfrm>
            <a:off x="2776311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DA1104F-F076-144C-5A7E-7EB3AEEBD5ED}"/>
              </a:ext>
            </a:extLst>
          </p:cNvPr>
          <p:cNvSpPr/>
          <p:nvPr userDrawn="1"/>
        </p:nvSpPr>
        <p:spPr>
          <a:xfrm>
            <a:off x="4899918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487D0A9-541E-4699-5553-346A030AC67E}"/>
              </a:ext>
            </a:extLst>
          </p:cNvPr>
          <p:cNvSpPr/>
          <p:nvPr userDrawn="1"/>
        </p:nvSpPr>
        <p:spPr>
          <a:xfrm>
            <a:off x="7035047" y="1439140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76573A72-8D7C-AD74-F056-27158F3D3982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304D947B-B464-4646-C732-F86EAACD0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04FE0CAE-C6ED-BF28-D450-D2960BC712E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9B98F702-ED09-CC48-D321-37950327CA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695" y="2124033"/>
            <a:ext cx="1491043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00B327CD-4276-D794-DBEE-7A2F9F5861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695" y="2694555"/>
            <a:ext cx="1491043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standard…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41FD4A7-7036-8E2E-E095-D45D58CB7B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8725" y="2124033"/>
            <a:ext cx="1491043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D897A7E-8E43-913F-D83C-660138246D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8725" y="2694555"/>
            <a:ext cx="1491043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standard…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B12EE173-F628-3783-2BCB-BAB828D75C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19184" y="2124033"/>
            <a:ext cx="1491043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FAD9C43-926F-B3A2-F4FF-C536990048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19184" y="2694555"/>
            <a:ext cx="1491043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standard…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2D8893E9-956A-4BE9-84C5-5D3E86053C0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30788" y="2124033"/>
            <a:ext cx="1491043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407F60E-3689-B1EF-A768-137D2EFFBB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30788" y="2694555"/>
            <a:ext cx="1491043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standard…</a:t>
            </a:r>
          </a:p>
        </p:txBody>
      </p:sp>
    </p:spTree>
    <p:extLst>
      <p:ext uri="{BB962C8B-B14F-4D97-AF65-F5344CB8AC3E}">
        <p14:creationId xmlns:p14="http://schemas.microsoft.com/office/powerpoint/2010/main" val="30370794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verlay - small,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66B94397-D531-BBAF-D8AF-9FAE840BCE25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A42D9EEE-8CBC-AF1A-A536-AD49AC644A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9C276B22-697F-73AF-2A18-CF1A82EF9A3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F6BBEC4-CC2A-5915-057E-E0918E14767B}"/>
              </a:ext>
            </a:extLst>
          </p:cNvPr>
          <p:cNvGrpSpPr/>
          <p:nvPr userDrawn="1"/>
        </p:nvGrpSpPr>
        <p:grpSpPr>
          <a:xfrm>
            <a:off x="4596125" y="1470799"/>
            <a:ext cx="4611819" cy="3680400"/>
            <a:chOff x="3807900" y="1463050"/>
            <a:chExt cx="4611819" cy="3680400"/>
          </a:xfrm>
        </p:grpSpPr>
        <p:sp>
          <p:nvSpPr>
            <p:cNvPr id="7" name="Google Shape;937;p68">
              <a:extLst>
                <a:ext uri="{FF2B5EF4-FFF2-40B4-BE49-F238E27FC236}">
                  <a16:creationId xmlns:a16="http://schemas.microsoft.com/office/drawing/2014/main" id="{97EEF6E9-A4EA-8C3F-0CFD-767D640221A9}"/>
                </a:ext>
              </a:extLst>
            </p:cNvPr>
            <p:cNvSpPr/>
            <p:nvPr/>
          </p:nvSpPr>
          <p:spPr>
            <a:xfrm>
              <a:off x="3807900" y="1463050"/>
              <a:ext cx="4611819" cy="3680400"/>
            </a:xfrm>
            <a:prstGeom prst="round2SameRect">
              <a:avLst>
                <a:gd name="adj1" fmla="val 1170"/>
                <a:gd name="adj2" fmla="val 0"/>
              </a:avLst>
            </a:prstGeom>
            <a:gradFill>
              <a:gsLst>
                <a:gs pos="0">
                  <a:srgbClr val="F7F7F8"/>
                </a:gs>
                <a:gs pos="100000">
                  <a:srgbClr val="DBDBD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grpSp>
          <p:nvGrpSpPr>
            <p:cNvPr id="8" name="Google Shape;939;p68">
              <a:extLst>
                <a:ext uri="{FF2B5EF4-FFF2-40B4-BE49-F238E27FC236}">
                  <a16:creationId xmlns:a16="http://schemas.microsoft.com/office/drawing/2014/main" id="{B3AE4A55-E3E6-243A-F146-FAC00C78087B}"/>
                </a:ext>
              </a:extLst>
            </p:cNvPr>
            <p:cNvGrpSpPr/>
            <p:nvPr/>
          </p:nvGrpSpPr>
          <p:grpSpPr>
            <a:xfrm>
              <a:off x="3913476" y="1530341"/>
              <a:ext cx="265898" cy="64800"/>
              <a:chOff x="1256551" y="1530341"/>
              <a:chExt cx="265898" cy="64800"/>
            </a:xfrm>
          </p:grpSpPr>
          <p:sp>
            <p:nvSpPr>
              <p:cNvPr id="9" name="Google Shape;940;p68">
                <a:extLst>
                  <a:ext uri="{FF2B5EF4-FFF2-40B4-BE49-F238E27FC236}">
                    <a16:creationId xmlns:a16="http://schemas.microsoft.com/office/drawing/2014/main" id="{6B22D421-527F-8E9D-6008-70EEEB1F5424}"/>
                  </a:ext>
                </a:extLst>
              </p:cNvPr>
              <p:cNvSpPr/>
              <p:nvPr/>
            </p:nvSpPr>
            <p:spPr>
              <a:xfrm>
                <a:off x="1256551" y="1530341"/>
                <a:ext cx="64800" cy="64800"/>
              </a:xfrm>
              <a:prstGeom prst="ellipse">
                <a:avLst/>
              </a:prstGeom>
              <a:solidFill>
                <a:srgbClr val="BFBFC0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  <p:sp>
            <p:nvSpPr>
              <p:cNvPr id="10" name="Google Shape;941;p68">
                <a:extLst>
                  <a:ext uri="{FF2B5EF4-FFF2-40B4-BE49-F238E27FC236}">
                    <a16:creationId xmlns:a16="http://schemas.microsoft.com/office/drawing/2014/main" id="{C34F922A-DFD8-62AE-C1E1-F1FC02A68DCB}"/>
                  </a:ext>
                </a:extLst>
              </p:cNvPr>
              <p:cNvSpPr/>
              <p:nvPr/>
            </p:nvSpPr>
            <p:spPr>
              <a:xfrm>
                <a:off x="1357100" y="1530341"/>
                <a:ext cx="64800" cy="64800"/>
              </a:xfrm>
              <a:prstGeom prst="ellipse">
                <a:avLst/>
              </a:prstGeom>
              <a:solidFill>
                <a:srgbClr val="BFBFC0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  <p:sp>
            <p:nvSpPr>
              <p:cNvPr id="11" name="Google Shape;942;p68">
                <a:extLst>
                  <a:ext uri="{FF2B5EF4-FFF2-40B4-BE49-F238E27FC236}">
                    <a16:creationId xmlns:a16="http://schemas.microsoft.com/office/drawing/2014/main" id="{8FF81DE7-F850-BEA9-4339-EC354935E1EA}"/>
                  </a:ext>
                </a:extLst>
              </p:cNvPr>
              <p:cNvSpPr/>
              <p:nvPr/>
            </p:nvSpPr>
            <p:spPr>
              <a:xfrm>
                <a:off x="1457649" y="1530341"/>
                <a:ext cx="64800" cy="64800"/>
              </a:xfrm>
              <a:prstGeom prst="ellipse">
                <a:avLst/>
              </a:prstGeom>
              <a:solidFill>
                <a:srgbClr val="BFBFC0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</p:grpSp>
      <p:sp>
        <p:nvSpPr>
          <p:cNvPr id="12" name="Google Shape;846;p120">
            <a:extLst>
              <a:ext uri="{FF2B5EF4-FFF2-40B4-BE49-F238E27FC236}">
                <a16:creationId xmlns:a16="http://schemas.microsoft.com/office/drawing/2014/main" id="{C627FA16-2BBC-592B-5007-0D5D8B9887BB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596124" y="1759541"/>
            <a:ext cx="4547875" cy="3382500"/>
          </a:xfrm>
          <a:prstGeom prst="roundRect">
            <a:avLst>
              <a:gd name="adj" fmla="val 1178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41C85CA-1AA1-1031-85F8-00A809B694B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50" y="1463050"/>
            <a:ext cx="3700719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3BBC7F6-A012-4C44-6EEB-32A465A426C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1450" y="2744454"/>
            <a:ext cx="3700719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41292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verlay - small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81204A2-8F0F-463B-B36F-29261BDF65D3}"/>
              </a:ext>
            </a:extLst>
          </p:cNvPr>
          <p:cNvGrpSpPr/>
          <p:nvPr userDrawn="1"/>
        </p:nvGrpSpPr>
        <p:grpSpPr>
          <a:xfrm>
            <a:off x="411450" y="1470799"/>
            <a:ext cx="4611819" cy="3680400"/>
            <a:chOff x="3807900" y="1463050"/>
            <a:chExt cx="4611819" cy="3680400"/>
          </a:xfrm>
        </p:grpSpPr>
        <p:sp>
          <p:nvSpPr>
            <p:cNvPr id="15" name="Google Shape;937;p68">
              <a:extLst>
                <a:ext uri="{FF2B5EF4-FFF2-40B4-BE49-F238E27FC236}">
                  <a16:creationId xmlns:a16="http://schemas.microsoft.com/office/drawing/2014/main" id="{9FF861E0-BC68-F3F6-AC91-0A30390C3C11}"/>
                </a:ext>
              </a:extLst>
            </p:cNvPr>
            <p:cNvSpPr/>
            <p:nvPr/>
          </p:nvSpPr>
          <p:spPr>
            <a:xfrm>
              <a:off x="3807900" y="1463050"/>
              <a:ext cx="4611819" cy="3680400"/>
            </a:xfrm>
            <a:prstGeom prst="round2SameRect">
              <a:avLst>
                <a:gd name="adj1" fmla="val 1170"/>
                <a:gd name="adj2" fmla="val 0"/>
              </a:avLst>
            </a:prstGeom>
            <a:gradFill>
              <a:gsLst>
                <a:gs pos="0">
                  <a:srgbClr val="F7F7F8"/>
                </a:gs>
                <a:gs pos="100000">
                  <a:srgbClr val="DBDBD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grpSp>
          <p:nvGrpSpPr>
            <p:cNvPr id="16" name="Google Shape;939;p68">
              <a:extLst>
                <a:ext uri="{FF2B5EF4-FFF2-40B4-BE49-F238E27FC236}">
                  <a16:creationId xmlns:a16="http://schemas.microsoft.com/office/drawing/2014/main" id="{5A405C31-9F97-A6C5-64B4-3102F64819E8}"/>
                </a:ext>
              </a:extLst>
            </p:cNvPr>
            <p:cNvGrpSpPr/>
            <p:nvPr/>
          </p:nvGrpSpPr>
          <p:grpSpPr>
            <a:xfrm>
              <a:off x="3913476" y="1530341"/>
              <a:ext cx="265898" cy="64800"/>
              <a:chOff x="1256551" y="1530341"/>
              <a:chExt cx="265898" cy="64800"/>
            </a:xfrm>
          </p:grpSpPr>
          <p:sp>
            <p:nvSpPr>
              <p:cNvPr id="17" name="Google Shape;940;p68">
                <a:extLst>
                  <a:ext uri="{FF2B5EF4-FFF2-40B4-BE49-F238E27FC236}">
                    <a16:creationId xmlns:a16="http://schemas.microsoft.com/office/drawing/2014/main" id="{3540EF73-C7C7-C9D7-A6E8-B888B2D37891}"/>
                  </a:ext>
                </a:extLst>
              </p:cNvPr>
              <p:cNvSpPr/>
              <p:nvPr/>
            </p:nvSpPr>
            <p:spPr>
              <a:xfrm>
                <a:off x="1256551" y="1530341"/>
                <a:ext cx="64800" cy="64800"/>
              </a:xfrm>
              <a:prstGeom prst="ellipse">
                <a:avLst/>
              </a:prstGeom>
              <a:solidFill>
                <a:srgbClr val="BFBFC0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  <p:sp>
            <p:nvSpPr>
              <p:cNvPr id="18" name="Google Shape;941;p68">
                <a:extLst>
                  <a:ext uri="{FF2B5EF4-FFF2-40B4-BE49-F238E27FC236}">
                    <a16:creationId xmlns:a16="http://schemas.microsoft.com/office/drawing/2014/main" id="{4AF17049-473F-7CA8-300D-DF099A02D09A}"/>
                  </a:ext>
                </a:extLst>
              </p:cNvPr>
              <p:cNvSpPr/>
              <p:nvPr/>
            </p:nvSpPr>
            <p:spPr>
              <a:xfrm>
                <a:off x="1357100" y="1530341"/>
                <a:ext cx="64800" cy="64800"/>
              </a:xfrm>
              <a:prstGeom prst="ellipse">
                <a:avLst/>
              </a:prstGeom>
              <a:solidFill>
                <a:srgbClr val="BFBFC0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  <p:sp>
            <p:nvSpPr>
              <p:cNvPr id="19" name="Google Shape;942;p68">
                <a:extLst>
                  <a:ext uri="{FF2B5EF4-FFF2-40B4-BE49-F238E27FC236}">
                    <a16:creationId xmlns:a16="http://schemas.microsoft.com/office/drawing/2014/main" id="{9BE3F5CB-FA49-F35B-D975-751FA193B554}"/>
                  </a:ext>
                </a:extLst>
              </p:cNvPr>
              <p:cNvSpPr/>
              <p:nvPr/>
            </p:nvSpPr>
            <p:spPr>
              <a:xfrm>
                <a:off x="1457649" y="1530341"/>
                <a:ext cx="64800" cy="64800"/>
              </a:xfrm>
              <a:prstGeom prst="ellipse">
                <a:avLst/>
              </a:prstGeom>
              <a:solidFill>
                <a:srgbClr val="BFBFC0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</p:grp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C33DC4A2-768E-3190-1417-BADA4DA8C269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DE1364CD-DC33-C53E-3CEC-80C8E5DE73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A86AC54E-061A-40E7-7AAE-FCED2098890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" name="Google Shape;846;p120">
            <a:extLst>
              <a:ext uri="{FF2B5EF4-FFF2-40B4-BE49-F238E27FC236}">
                <a16:creationId xmlns:a16="http://schemas.microsoft.com/office/drawing/2014/main" id="{200BEC98-99E5-9EB5-DFCC-5C00851D831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11451" y="1761000"/>
            <a:ext cx="4611820" cy="3382500"/>
          </a:xfrm>
          <a:prstGeom prst="roundRect">
            <a:avLst>
              <a:gd name="adj" fmla="val 1178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E81178F-5F33-21BF-031F-F5DB67E029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7705" y="1463050"/>
            <a:ext cx="3394844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38FA227-514F-1FAC-555F-D8623FFA6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7705" y="2744454"/>
            <a:ext cx="3394844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6455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Image -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1;p123">
            <a:extLst>
              <a:ext uri="{FF2B5EF4-FFF2-40B4-BE49-F238E27FC236}">
                <a16:creationId xmlns:a16="http://schemas.microsoft.com/office/drawing/2014/main" id="{428A1F48-DE1D-84F2-AD68-BECD744645C0}"/>
              </a:ext>
            </a:extLst>
          </p:cNvPr>
          <p:cNvSpPr/>
          <p:nvPr userDrawn="1"/>
        </p:nvSpPr>
        <p:spPr>
          <a:xfrm>
            <a:off x="410207" y="1463075"/>
            <a:ext cx="3878988" cy="3222900"/>
          </a:xfrm>
          <a:prstGeom prst="roundRect">
            <a:avLst>
              <a:gd name="adj" fmla="val 2120"/>
            </a:avLst>
          </a:prstGeom>
          <a:solidFill>
            <a:srgbClr val="F7F7F8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2743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" name="Google Shape;881;p123">
            <a:extLst>
              <a:ext uri="{FF2B5EF4-FFF2-40B4-BE49-F238E27FC236}">
                <a16:creationId xmlns:a16="http://schemas.microsoft.com/office/drawing/2014/main" id="{69D7CF7D-C5C1-8F73-49B1-EE56B48EA401}"/>
              </a:ext>
            </a:extLst>
          </p:cNvPr>
          <p:cNvSpPr/>
          <p:nvPr userDrawn="1"/>
        </p:nvSpPr>
        <p:spPr>
          <a:xfrm>
            <a:off x="4850232" y="1463075"/>
            <a:ext cx="3878988" cy="3222900"/>
          </a:xfrm>
          <a:prstGeom prst="roundRect">
            <a:avLst>
              <a:gd name="adj" fmla="val 2120"/>
            </a:avLst>
          </a:prstGeom>
          <a:solidFill>
            <a:srgbClr val="F7F7F8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2743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Inter" panose="02000503000000020004" pitchFamily="2" charset="0"/>
              <a:ea typeface="Inter" panose="02000503000000020004" pitchFamily="2" charset="0"/>
              <a:cs typeface="Inter Medium"/>
              <a:sym typeface="Inter Medium"/>
            </a:endParaRPr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C690A03C-9D15-17B2-299F-98A85EFB4188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2DC47557-390C-329A-369C-6106E4E688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B0C69E6F-CB31-C487-63AB-B5EF42897EC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7" name="Google Shape;882;p123">
            <a:extLst>
              <a:ext uri="{FF2B5EF4-FFF2-40B4-BE49-F238E27FC236}">
                <a16:creationId xmlns:a16="http://schemas.microsoft.com/office/drawing/2014/main" id="{2ADB2D45-99C0-3CF0-C55A-C715AEB80EA3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10208" y="1463075"/>
            <a:ext cx="3878988" cy="1137300"/>
          </a:xfrm>
          <a:prstGeom prst="round2SameRect">
            <a:avLst>
              <a:gd name="adj1" fmla="val 5880"/>
              <a:gd name="adj2" fmla="val 0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B3438E2-5DB6-59BD-1AC3-A7796A7D8B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7025" y="2823984"/>
            <a:ext cx="3131307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lang="en-US" sz="1300" b="1" i="0" kern="1200" dirty="0">
                <a:gradFill>
                  <a:gsLst>
                    <a:gs pos="80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99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 panose="020B0604020202020204" pitchFamily="34" charset="0"/>
              <a:buNone/>
            </a:pPr>
            <a:r>
              <a:rPr lang="en-US"/>
              <a:t>Paragraph Title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0CFDC0BD-491A-92B3-AEF5-D70A87C13E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7025" y="3097361"/>
            <a:ext cx="3131307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Body copy. Lorem Ipsum is simply dummy text of the printing and typesetting industry, and has been the industry's standard dummy text ever since the 1500s.</a:t>
            </a:r>
          </a:p>
        </p:txBody>
      </p:sp>
      <p:sp>
        <p:nvSpPr>
          <p:cNvPr id="11" name="Google Shape;882;p123">
            <a:extLst>
              <a:ext uri="{FF2B5EF4-FFF2-40B4-BE49-F238E27FC236}">
                <a16:creationId xmlns:a16="http://schemas.microsoft.com/office/drawing/2014/main" id="{81D08350-39BA-8648-5AC2-061AD353E2E3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850233" y="1463075"/>
            <a:ext cx="3878988" cy="1137300"/>
          </a:xfrm>
          <a:prstGeom prst="round2SameRect">
            <a:avLst>
              <a:gd name="adj1" fmla="val 5880"/>
              <a:gd name="adj2" fmla="val 0"/>
            </a:avLst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92B4D94E-EA36-044C-BA1D-BFCDC39BE8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24074" y="2823984"/>
            <a:ext cx="3131307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lang="en-US" sz="1300" b="1" i="0" kern="1200" dirty="0">
                <a:gradFill>
                  <a:gsLst>
                    <a:gs pos="80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99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 panose="020B0604020202020204" pitchFamily="34" charset="0"/>
              <a:buNone/>
            </a:pPr>
            <a:r>
              <a:rPr lang="en-US"/>
              <a:t>Paragraph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F3C0019D-DB5B-FD90-D0A3-1078D9B989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24074" y="3097361"/>
            <a:ext cx="3131307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Body copy. Lorem Ipsum is simply dummy text of the printing and typesetting industry, and has been the industry's standard dummy text ever since the 1500s.</a:t>
            </a:r>
          </a:p>
        </p:txBody>
      </p:sp>
    </p:spTree>
    <p:extLst>
      <p:ext uri="{BB962C8B-B14F-4D97-AF65-F5344CB8AC3E}">
        <p14:creationId xmlns:p14="http://schemas.microsoft.com/office/powerpoint/2010/main" val="32507076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Image -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881;p123">
            <a:extLst>
              <a:ext uri="{FF2B5EF4-FFF2-40B4-BE49-F238E27FC236}">
                <a16:creationId xmlns:a16="http://schemas.microsoft.com/office/drawing/2014/main" id="{1B71B417-A26E-B2B6-BC51-162E98F45814}"/>
              </a:ext>
            </a:extLst>
          </p:cNvPr>
          <p:cNvSpPr/>
          <p:nvPr userDrawn="1"/>
        </p:nvSpPr>
        <p:spPr>
          <a:xfrm>
            <a:off x="420689" y="1463075"/>
            <a:ext cx="2624328" cy="3222900"/>
          </a:xfrm>
          <a:prstGeom prst="roundRect">
            <a:avLst>
              <a:gd name="adj" fmla="val 2120"/>
            </a:avLst>
          </a:prstGeom>
          <a:solidFill>
            <a:srgbClr val="F7F7F8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2743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1" name="Google Shape;885;p123">
            <a:extLst>
              <a:ext uri="{FF2B5EF4-FFF2-40B4-BE49-F238E27FC236}">
                <a16:creationId xmlns:a16="http://schemas.microsoft.com/office/drawing/2014/main" id="{42766137-0673-3EB2-2280-14F560DDC2C9}"/>
              </a:ext>
            </a:extLst>
          </p:cNvPr>
          <p:cNvSpPr/>
          <p:nvPr userDrawn="1"/>
        </p:nvSpPr>
        <p:spPr>
          <a:xfrm>
            <a:off x="3264161" y="1463075"/>
            <a:ext cx="2624328" cy="3222900"/>
          </a:xfrm>
          <a:prstGeom prst="roundRect">
            <a:avLst>
              <a:gd name="adj" fmla="val 2120"/>
            </a:avLst>
          </a:prstGeom>
          <a:solidFill>
            <a:srgbClr val="F7F7F8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2743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2" name="Google Shape;889;p123">
            <a:extLst>
              <a:ext uri="{FF2B5EF4-FFF2-40B4-BE49-F238E27FC236}">
                <a16:creationId xmlns:a16="http://schemas.microsoft.com/office/drawing/2014/main" id="{81E7ED85-FE9C-0915-DA59-0DD4E5419A54}"/>
              </a:ext>
            </a:extLst>
          </p:cNvPr>
          <p:cNvSpPr/>
          <p:nvPr userDrawn="1"/>
        </p:nvSpPr>
        <p:spPr>
          <a:xfrm>
            <a:off x="6109733" y="1463075"/>
            <a:ext cx="2624328" cy="3222900"/>
          </a:xfrm>
          <a:prstGeom prst="roundRect">
            <a:avLst>
              <a:gd name="adj" fmla="val 2120"/>
            </a:avLst>
          </a:prstGeom>
          <a:solidFill>
            <a:srgbClr val="F7F7F8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2743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F2A20878-74D4-A473-C19B-3DDD201371CE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9ADA24F1-E447-6FDD-DB0D-FF5BBCB4EC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D9F24A09-5982-F81D-E2ED-34FDCE40009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8" name="Google Shape;884;p123">
            <a:extLst>
              <a:ext uri="{FF2B5EF4-FFF2-40B4-BE49-F238E27FC236}">
                <a16:creationId xmlns:a16="http://schemas.microsoft.com/office/drawing/2014/main" id="{F148964F-4C01-E66F-BAA5-88A20E7A59C1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21389" y="1463075"/>
            <a:ext cx="2624328" cy="1137300"/>
          </a:xfrm>
          <a:prstGeom prst="round2SameRect">
            <a:avLst>
              <a:gd name="adj1" fmla="val 5880"/>
              <a:gd name="adj2" fmla="val 0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10" name="Google Shape;886;p123">
            <a:extLst>
              <a:ext uri="{FF2B5EF4-FFF2-40B4-BE49-F238E27FC236}">
                <a16:creationId xmlns:a16="http://schemas.microsoft.com/office/drawing/2014/main" id="{1BC86460-69B1-8889-3E29-571B72F6E342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265561" y="1463075"/>
            <a:ext cx="2624328" cy="1137300"/>
          </a:xfrm>
          <a:prstGeom prst="round2SameRect">
            <a:avLst>
              <a:gd name="adj1" fmla="val 5880"/>
              <a:gd name="adj2" fmla="val 0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12" name="Google Shape;890;p123">
            <a:extLst>
              <a:ext uri="{FF2B5EF4-FFF2-40B4-BE49-F238E27FC236}">
                <a16:creationId xmlns:a16="http://schemas.microsoft.com/office/drawing/2014/main" id="{916FFEBD-B2E1-8BF3-455F-3C4BE6FBC070}"/>
              </a:ext>
            </a:extLst>
          </p:cNvPr>
          <p:cNvSpPr>
            <a:spLocks noGrp="1"/>
          </p:cNvSpPr>
          <p:nvPr>
            <p:ph type="pic" idx="6"/>
          </p:nvPr>
        </p:nvSpPr>
        <p:spPr>
          <a:xfrm>
            <a:off x="6109733" y="1463075"/>
            <a:ext cx="2624328" cy="1137300"/>
          </a:xfrm>
          <a:prstGeom prst="round2SameRect">
            <a:avLst>
              <a:gd name="adj1" fmla="val 5880"/>
              <a:gd name="adj2" fmla="val 0"/>
            </a:avLst>
          </a:prstGeom>
          <a:noFill/>
          <a:ln>
            <a:noFill/>
          </a:ln>
        </p:spPr>
        <p:txBody>
          <a:bodyPr/>
          <a:lstStyle>
            <a:lvl1pPr>
              <a:defRPr b="0" i="0">
                <a:latin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C5ACF15-C499-3C2E-423E-CC9AC6D7F1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695" y="2823984"/>
            <a:ext cx="2130425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lang="en-US" sz="1300" b="1" i="0" kern="1200" dirty="0">
                <a:gradFill>
                  <a:gsLst>
                    <a:gs pos="80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99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 panose="020B0604020202020204" pitchFamily="34" charset="0"/>
              <a:buNone/>
            </a:pPr>
            <a:r>
              <a:rPr lang="en-US"/>
              <a:t>Paragraph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ED97827-CAE7-CC79-C274-49EA5C8146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695" y="3097361"/>
            <a:ext cx="2130425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Body copy. Lorem Ipsum is simply dummy text of the printing and typesetting industry, and has been the industry's standard dummy text ever since the 1500s.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9291AB0F-0119-C468-F794-6E70D019DE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08749" y="2823984"/>
            <a:ext cx="2130425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lang="en-US" sz="1300" b="1" i="0" kern="1200" dirty="0">
                <a:gradFill>
                  <a:gsLst>
                    <a:gs pos="80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99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 panose="020B0604020202020204" pitchFamily="34" charset="0"/>
              <a:buNone/>
            </a:pPr>
            <a:r>
              <a:rPr lang="en-US"/>
              <a:t>Paragraph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B30F93D-5AC3-713B-FC84-6D088CEE0D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8749" y="3097361"/>
            <a:ext cx="2130425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Body copy. Lorem Ipsum is simply dummy text of the printing and typesetting industry, and has been the industry's standard dummy text ever since the 1500s.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CBC9EBCB-26AE-E991-D8B4-9D0242DE6C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45880" y="2823984"/>
            <a:ext cx="2130425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lang="en-US" sz="1300" b="1" i="0" kern="1200" dirty="0">
                <a:gradFill>
                  <a:gsLst>
                    <a:gs pos="80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99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 panose="020B0604020202020204" pitchFamily="34" charset="0"/>
              <a:buNone/>
            </a:pPr>
            <a:r>
              <a:rPr lang="en-US"/>
              <a:t>Paragraph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6B8B9F87-6057-9492-06EF-FCD3132854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45880" y="3097361"/>
            <a:ext cx="2130425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Body copy. Lorem Ipsum is simply dummy text of the printing and typesetting industry, and has been the industry's standard dummy text ever since the 1500s.</a:t>
            </a:r>
          </a:p>
        </p:txBody>
      </p:sp>
    </p:spTree>
    <p:extLst>
      <p:ext uri="{BB962C8B-B14F-4D97-AF65-F5344CB8AC3E}">
        <p14:creationId xmlns:p14="http://schemas.microsoft.com/office/powerpoint/2010/main" val="2388913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97;p78">
            <a:extLst>
              <a:ext uri="{FF2B5EF4-FFF2-40B4-BE49-F238E27FC236}">
                <a16:creationId xmlns:a16="http://schemas.microsoft.com/office/drawing/2014/main" id="{7127DC9A-8452-72A5-582E-9612D6401A19}"/>
              </a:ext>
            </a:extLst>
          </p:cNvPr>
          <p:cNvSpPr/>
          <p:nvPr userDrawn="1"/>
        </p:nvSpPr>
        <p:spPr>
          <a:xfrm>
            <a:off x="412642" y="1450901"/>
            <a:ext cx="3921308" cy="3014437"/>
          </a:xfrm>
          <a:prstGeom prst="rect">
            <a:avLst/>
          </a:prstGeom>
          <a:gradFill flip="none" rotWithShape="1">
            <a:gsLst>
              <a:gs pos="67000">
                <a:srgbClr val="FBDDDF">
                  <a:alpha val="55000"/>
                </a:srgbClr>
              </a:gs>
              <a:gs pos="29000">
                <a:srgbClr val="F1E5FF">
                  <a:alpha val="61013"/>
                </a:srgbClr>
              </a:gs>
              <a:gs pos="0">
                <a:srgbClr val="E9ECFF"/>
              </a:gs>
              <a:gs pos="93000">
                <a:srgbClr val="FFFBED">
                  <a:alpha val="50000"/>
                </a:srgbClr>
              </a:gs>
            </a:gsLst>
            <a:lin ang="4500000" scaled="0"/>
            <a:tileRect/>
          </a:gra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" name="Google Shape;904;p124">
            <a:extLst>
              <a:ext uri="{FF2B5EF4-FFF2-40B4-BE49-F238E27FC236}">
                <a16:creationId xmlns:a16="http://schemas.microsoft.com/office/drawing/2014/main" id="{B775F18D-8EFB-4701-175D-7266C984210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5276" y="1457671"/>
            <a:ext cx="0" cy="3018199"/>
          </a:xfrm>
          <a:prstGeom prst="straightConnector1">
            <a:avLst/>
          </a:prstGeom>
          <a:noFill/>
          <a:ln w="25400" cap="flat" cmpd="sng">
            <a:gradFill>
              <a:gsLst>
                <a:gs pos="0">
                  <a:srgbClr val="6C81FF"/>
                </a:gs>
                <a:gs pos="35000">
                  <a:srgbClr val="C08DFF"/>
                </a:gs>
                <a:gs pos="70000">
                  <a:srgbClr val="FF8791"/>
                </a:gs>
                <a:gs pos="100000">
                  <a:srgbClr val="F9D979"/>
                </a:gs>
              </a:gsLst>
              <a:lin ang="16200000" scaled="0"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3ACCEEB9-38F5-812D-8DC8-C691885B33EC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FDD1E0D6-C061-FDD1-002E-4ACDE21B9A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CE84C1A0-CEDF-C4CF-F5BA-91FFF020020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4832ADA7-1EEB-3739-B4CF-5E1E2B7101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7" y="1724026"/>
            <a:ext cx="3373351" cy="7571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sz="4800" b="1" i="0">
                <a:gradFill>
                  <a:gsLst>
                    <a:gs pos="75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Metric</a:t>
            </a:r>
          </a:p>
        </p:txBody>
      </p:sp>
      <p:sp>
        <p:nvSpPr>
          <p:cNvPr id="27" name="Google Shape;397;p78">
            <a:extLst>
              <a:ext uri="{FF2B5EF4-FFF2-40B4-BE49-F238E27FC236}">
                <a16:creationId xmlns:a16="http://schemas.microsoft.com/office/drawing/2014/main" id="{E1DCCB6C-F753-88EF-DCE4-044E3415602B}"/>
              </a:ext>
            </a:extLst>
          </p:cNvPr>
          <p:cNvSpPr/>
          <p:nvPr userDrawn="1"/>
        </p:nvSpPr>
        <p:spPr>
          <a:xfrm>
            <a:off x="4807718" y="1456167"/>
            <a:ext cx="3921308" cy="3014437"/>
          </a:xfrm>
          <a:prstGeom prst="rect">
            <a:avLst/>
          </a:prstGeom>
          <a:gradFill flip="none" rotWithShape="1">
            <a:gsLst>
              <a:gs pos="67000">
                <a:srgbClr val="FBDDDF">
                  <a:alpha val="55000"/>
                </a:srgbClr>
              </a:gs>
              <a:gs pos="29000">
                <a:srgbClr val="F1E5FF">
                  <a:alpha val="61013"/>
                </a:srgbClr>
              </a:gs>
              <a:gs pos="0">
                <a:srgbClr val="E9ECFF"/>
              </a:gs>
              <a:gs pos="93000">
                <a:srgbClr val="FFFBED">
                  <a:alpha val="50000"/>
                </a:srgbClr>
              </a:gs>
            </a:gsLst>
            <a:lin ang="4500000" scaled="0"/>
            <a:tileRect/>
          </a:gra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8" name="Google Shape;904;p124">
            <a:extLst>
              <a:ext uri="{FF2B5EF4-FFF2-40B4-BE49-F238E27FC236}">
                <a16:creationId xmlns:a16="http://schemas.microsoft.com/office/drawing/2014/main" id="{6277E189-F112-BFBA-D925-746BA5F1B5D4}"/>
              </a:ext>
            </a:extLst>
          </p:cNvPr>
          <p:cNvCxnSpPr>
            <a:cxnSpLocks/>
          </p:cNvCxnSpPr>
          <p:nvPr userDrawn="1"/>
        </p:nvCxnSpPr>
        <p:spPr>
          <a:xfrm flipV="1">
            <a:off x="4810051" y="1450901"/>
            <a:ext cx="0" cy="3018199"/>
          </a:xfrm>
          <a:prstGeom prst="straightConnector1">
            <a:avLst/>
          </a:prstGeom>
          <a:noFill/>
          <a:ln w="25400" cap="flat" cmpd="sng">
            <a:gradFill>
              <a:gsLst>
                <a:gs pos="0">
                  <a:srgbClr val="6C81FF"/>
                </a:gs>
                <a:gs pos="35000">
                  <a:srgbClr val="C08DFF"/>
                </a:gs>
                <a:gs pos="70000">
                  <a:srgbClr val="FF8791"/>
                </a:gs>
                <a:gs pos="100000">
                  <a:srgbClr val="F9D979"/>
                </a:gs>
              </a:gsLst>
              <a:lin ang="16200000" scaled="0"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E87FB1F-A94D-F9FD-7475-0AECBE14A3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151" y="2409090"/>
            <a:ext cx="3373437" cy="475242"/>
          </a:xfrm>
        </p:spPr>
        <p:txBody>
          <a:bodyPr lIns="0"/>
          <a:lstStyle>
            <a:lvl1pPr algn="l">
              <a:buNone/>
              <a:defRPr sz="1200" b="0" i="0"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Details here / 2 lines max</a:t>
            </a:r>
          </a:p>
        </p:txBody>
      </p:sp>
      <p:sp>
        <p:nvSpPr>
          <p:cNvPr id="44" name="Text Placeholder 21">
            <a:extLst>
              <a:ext uri="{FF2B5EF4-FFF2-40B4-BE49-F238E27FC236}">
                <a16:creationId xmlns:a16="http://schemas.microsoft.com/office/drawing/2014/main" id="{6D4EA2E6-7F83-03DF-A7CF-91DF6FAB6E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2678" y="1724026"/>
            <a:ext cx="3373351" cy="7571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sz="4800" b="1" i="0">
                <a:gradFill>
                  <a:gsLst>
                    <a:gs pos="75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Metric</a:t>
            </a:r>
          </a:p>
        </p:txBody>
      </p:sp>
      <p:sp>
        <p:nvSpPr>
          <p:cNvPr id="52" name="Text Placeholder 38">
            <a:extLst>
              <a:ext uri="{FF2B5EF4-FFF2-40B4-BE49-F238E27FC236}">
                <a16:creationId xmlns:a16="http://schemas.microsoft.com/office/drawing/2014/main" id="{28A5BD5B-182A-2428-5C26-16257B0B9F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32593" y="2409090"/>
            <a:ext cx="3373437" cy="475242"/>
          </a:xfrm>
        </p:spPr>
        <p:txBody>
          <a:bodyPr lIns="0"/>
          <a:lstStyle>
            <a:lvl1pPr algn="l">
              <a:buNone/>
              <a:defRPr sz="1200" b="0" i="0"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Details here / 2 lines max</a:t>
            </a:r>
          </a:p>
        </p:txBody>
      </p:sp>
    </p:spTree>
    <p:extLst>
      <p:ext uri="{BB962C8B-B14F-4D97-AF65-F5344CB8AC3E}">
        <p14:creationId xmlns:p14="http://schemas.microsoft.com/office/powerpoint/2010/main" val="15685866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397;p78">
            <a:extLst>
              <a:ext uri="{FF2B5EF4-FFF2-40B4-BE49-F238E27FC236}">
                <a16:creationId xmlns:a16="http://schemas.microsoft.com/office/drawing/2014/main" id="{AE7A830F-916A-60A9-1F23-0401056352EE}"/>
              </a:ext>
            </a:extLst>
          </p:cNvPr>
          <p:cNvSpPr/>
          <p:nvPr userDrawn="1"/>
        </p:nvSpPr>
        <p:spPr>
          <a:xfrm>
            <a:off x="3309645" y="1462937"/>
            <a:ext cx="2471262" cy="3014437"/>
          </a:xfrm>
          <a:prstGeom prst="rect">
            <a:avLst/>
          </a:prstGeom>
          <a:gradFill flip="none" rotWithShape="1">
            <a:gsLst>
              <a:gs pos="67000">
                <a:srgbClr val="FBDDDF">
                  <a:alpha val="55000"/>
                </a:srgbClr>
              </a:gs>
              <a:gs pos="29000">
                <a:srgbClr val="F1E5FF">
                  <a:alpha val="61013"/>
                </a:srgbClr>
              </a:gs>
              <a:gs pos="0">
                <a:srgbClr val="E9ECFF"/>
              </a:gs>
              <a:gs pos="93000">
                <a:srgbClr val="FFFBED">
                  <a:alpha val="50000"/>
                </a:srgbClr>
              </a:gs>
            </a:gsLst>
            <a:lin ang="4500000" scaled="0"/>
            <a:tileRect/>
          </a:gra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" name="Google Shape;397;p78">
            <a:extLst>
              <a:ext uri="{FF2B5EF4-FFF2-40B4-BE49-F238E27FC236}">
                <a16:creationId xmlns:a16="http://schemas.microsoft.com/office/drawing/2014/main" id="{F2697D50-ADE6-A54D-4409-9D5C20DA77F9}"/>
              </a:ext>
            </a:extLst>
          </p:cNvPr>
          <p:cNvSpPr/>
          <p:nvPr userDrawn="1"/>
        </p:nvSpPr>
        <p:spPr>
          <a:xfrm>
            <a:off x="6228458" y="1462937"/>
            <a:ext cx="2471262" cy="3014437"/>
          </a:xfrm>
          <a:prstGeom prst="rect">
            <a:avLst/>
          </a:prstGeom>
          <a:gradFill flip="none" rotWithShape="1">
            <a:gsLst>
              <a:gs pos="67000">
                <a:srgbClr val="FBDDDF">
                  <a:alpha val="55000"/>
                </a:srgbClr>
              </a:gs>
              <a:gs pos="29000">
                <a:srgbClr val="F1E5FF">
                  <a:alpha val="61013"/>
                </a:srgbClr>
              </a:gs>
              <a:gs pos="0">
                <a:srgbClr val="E9ECFF"/>
              </a:gs>
              <a:gs pos="93000">
                <a:srgbClr val="FFFBED">
                  <a:alpha val="50000"/>
                </a:srgbClr>
              </a:gs>
            </a:gsLst>
            <a:lin ang="4500000" scaled="0"/>
            <a:tileRect/>
          </a:gra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Google Shape;397;p78">
            <a:extLst>
              <a:ext uri="{FF2B5EF4-FFF2-40B4-BE49-F238E27FC236}">
                <a16:creationId xmlns:a16="http://schemas.microsoft.com/office/drawing/2014/main" id="{6BB79D3A-C75A-F1E6-93AC-EA0FA967575D}"/>
              </a:ext>
            </a:extLst>
          </p:cNvPr>
          <p:cNvSpPr/>
          <p:nvPr userDrawn="1"/>
        </p:nvSpPr>
        <p:spPr>
          <a:xfrm>
            <a:off x="402943" y="1462937"/>
            <a:ext cx="2471262" cy="3014437"/>
          </a:xfrm>
          <a:prstGeom prst="rect">
            <a:avLst/>
          </a:prstGeom>
          <a:gradFill flip="none" rotWithShape="1">
            <a:gsLst>
              <a:gs pos="67000">
                <a:srgbClr val="FBDDDF">
                  <a:alpha val="55000"/>
                </a:srgbClr>
              </a:gs>
              <a:gs pos="29000">
                <a:srgbClr val="F1E5FF">
                  <a:alpha val="61013"/>
                </a:srgbClr>
              </a:gs>
              <a:gs pos="0">
                <a:srgbClr val="E9ECFF"/>
              </a:gs>
              <a:gs pos="93000">
                <a:srgbClr val="FFFBED">
                  <a:alpha val="50000"/>
                </a:srgbClr>
              </a:gs>
            </a:gsLst>
            <a:lin ang="4500000" scaled="0"/>
            <a:tileRect/>
          </a:gra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" name="Google Shape;904;p124">
            <a:extLst>
              <a:ext uri="{FF2B5EF4-FFF2-40B4-BE49-F238E27FC236}">
                <a16:creationId xmlns:a16="http://schemas.microsoft.com/office/drawing/2014/main" id="{491DFED6-4075-2E8B-41FC-D5CCE58EBE34}"/>
              </a:ext>
            </a:extLst>
          </p:cNvPr>
          <p:cNvCxnSpPr>
            <a:cxnSpLocks/>
          </p:cNvCxnSpPr>
          <p:nvPr userDrawn="1"/>
        </p:nvCxnSpPr>
        <p:spPr>
          <a:xfrm>
            <a:off x="3307922" y="1460315"/>
            <a:ext cx="2459736" cy="0"/>
          </a:xfrm>
          <a:prstGeom prst="straightConnector1">
            <a:avLst/>
          </a:prstGeom>
          <a:noFill/>
          <a:ln w="25400" cap="flat" cmpd="sng">
            <a:gradFill>
              <a:gsLst>
                <a:gs pos="0">
                  <a:srgbClr val="6C81FF"/>
                </a:gs>
                <a:gs pos="35000">
                  <a:srgbClr val="C08DFF"/>
                </a:gs>
                <a:gs pos="70000">
                  <a:srgbClr val="FF8791"/>
                </a:gs>
                <a:gs pos="100000">
                  <a:srgbClr val="F9D979"/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904;p124">
            <a:extLst>
              <a:ext uri="{FF2B5EF4-FFF2-40B4-BE49-F238E27FC236}">
                <a16:creationId xmlns:a16="http://schemas.microsoft.com/office/drawing/2014/main" id="{674C1D58-3E55-A2B3-272C-BC5265E4DC07}"/>
              </a:ext>
            </a:extLst>
          </p:cNvPr>
          <p:cNvCxnSpPr>
            <a:cxnSpLocks/>
          </p:cNvCxnSpPr>
          <p:nvPr userDrawn="1"/>
        </p:nvCxnSpPr>
        <p:spPr>
          <a:xfrm>
            <a:off x="6217377" y="1460315"/>
            <a:ext cx="2459736" cy="0"/>
          </a:xfrm>
          <a:prstGeom prst="straightConnector1">
            <a:avLst/>
          </a:prstGeom>
          <a:noFill/>
          <a:ln w="25400" cap="flat" cmpd="sng">
            <a:gradFill>
              <a:gsLst>
                <a:gs pos="0">
                  <a:srgbClr val="6C81FF"/>
                </a:gs>
                <a:gs pos="35000">
                  <a:srgbClr val="C08DFF"/>
                </a:gs>
                <a:gs pos="70000">
                  <a:srgbClr val="FF8791"/>
                </a:gs>
                <a:gs pos="100000">
                  <a:srgbClr val="F9D979"/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904;p124">
            <a:extLst>
              <a:ext uri="{FF2B5EF4-FFF2-40B4-BE49-F238E27FC236}">
                <a16:creationId xmlns:a16="http://schemas.microsoft.com/office/drawing/2014/main" id="{71274F2F-AD0F-B1AE-09D1-418FF1B1E554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05276" y="1457671"/>
            <a:ext cx="2457818" cy="2644"/>
          </a:xfrm>
          <a:prstGeom prst="straightConnector1">
            <a:avLst/>
          </a:prstGeom>
          <a:noFill/>
          <a:ln w="25400" cap="flat" cmpd="sng">
            <a:gradFill>
              <a:gsLst>
                <a:gs pos="0">
                  <a:srgbClr val="6C81FF"/>
                </a:gs>
                <a:gs pos="35000">
                  <a:srgbClr val="C08DFF"/>
                </a:gs>
                <a:gs pos="70000">
                  <a:srgbClr val="FF8791"/>
                </a:gs>
                <a:gs pos="100000">
                  <a:srgbClr val="F9D979"/>
                </a:gs>
              </a:gsLst>
              <a:lin ang="10800000" scaled="0"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F5525D7F-757F-D240-2AAF-29A3254ACED3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C40ADDB8-23DC-7A02-82E2-45DC3CADB7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89EE8CD3-9678-BC17-D1DA-FBADA568022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7822E44-E49D-6532-498C-184F28EC50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7" y="1724026"/>
            <a:ext cx="2045001" cy="7571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sz="4800" b="1" i="0">
                <a:gradFill>
                  <a:gsLst>
                    <a:gs pos="75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Metric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5B8C70BB-3740-3612-E94F-2167B1DD62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37164" y="1724026"/>
            <a:ext cx="2045001" cy="7571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4800" b="1" i="0" kern="1200" dirty="0">
                <a:gradFill>
                  <a:gsLst>
                    <a:gs pos="75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/>
              <a:t>Metric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C1CFAAD2-C7FC-E979-C8CD-C2E7BEF884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4091" y="1724026"/>
            <a:ext cx="2045001" cy="7571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4800" b="1" i="0" kern="1200" dirty="0">
                <a:gradFill>
                  <a:gsLst>
                    <a:gs pos="75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/>
              <a:t>Metric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31448C3-07AA-C7B0-CEEE-6316D40E44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9935" y="2409446"/>
            <a:ext cx="2045001" cy="461665"/>
          </a:xfrm>
        </p:spPr>
        <p:txBody>
          <a:bodyPr wrap="square" lIns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200" b="0" i="0"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Details go here / 2-lines max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D1E59CA7-806A-FD52-ABE5-9D2884ECFB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36637" y="2409446"/>
            <a:ext cx="2045001" cy="461665"/>
          </a:xfrm>
        </p:spPr>
        <p:txBody>
          <a:bodyPr wrap="square" lIns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200" b="0" i="0"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Details go here / 2-lines max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F7ED96A9-E595-FE55-4483-E3F85D1D42F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37283" y="2409446"/>
            <a:ext cx="2045001" cy="461665"/>
          </a:xfrm>
        </p:spPr>
        <p:txBody>
          <a:bodyPr wrap="square" lIns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200" b="0" i="0"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Details go here / 2-lines max</a:t>
            </a:r>
          </a:p>
        </p:txBody>
      </p:sp>
    </p:spTree>
    <p:extLst>
      <p:ext uri="{BB962C8B-B14F-4D97-AF65-F5344CB8AC3E}">
        <p14:creationId xmlns:p14="http://schemas.microsoft.com/office/powerpoint/2010/main" val="3754978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-3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D9C311-45AD-3765-BB83-D0DD24F8D8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Google Shape;28;p5">
            <a:extLst>
              <a:ext uri="{FF2B5EF4-FFF2-40B4-BE49-F238E27FC236}">
                <a16:creationId xmlns:a16="http://schemas.microsoft.com/office/drawing/2014/main" id="{937456DB-8AC5-7972-8042-2EB36C8CD07F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D16A9BA-C033-0C60-5905-EE2A27004C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5118" y="1383972"/>
            <a:ext cx="6493764" cy="237555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600" b="1" i="0">
                <a:gradFill>
                  <a:gsLst>
                    <a:gs pos="0">
                      <a:srgbClr val="6C81FF"/>
                    </a:gs>
                    <a:gs pos="75000">
                      <a:srgbClr val="FF8791"/>
                    </a:gs>
                    <a:gs pos="24000">
                      <a:srgbClr val="C08D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 algn="ctr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 algn="ctr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 algn="ctr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 algn="ctr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General quote / Callout slide / 2-3 lines max</a:t>
            </a:r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F5FDC305-A534-CA80-974C-B73F2E1A6452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505052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  <p:sp>
        <p:nvSpPr>
          <p:cNvPr id="6" name="Google Shape;8;p1">
            <a:extLst>
              <a:ext uri="{FF2B5EF4-FFF2-40B4-BE49-F238E27FC236}">
                <a16:creationId xmlns:a16="http://schemas.microsoft.com/office/drawing/2014/main" id="{9D35275D-7874-8E26-AE96-F5FF19B71101}"/>
              </a:ext>
            </a:extLst>
          </p:cNvPr>
          <p:cNvSpPr txBox="1"/>
          <p:nvPr userDrawn="1"/>
        </p:nvSpPr>
        <p:spPr>
          <a:xfrm>
            <a:off x="411480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646466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©2026 HASHICORP</a:t>
            </a:r>
            <a:endParaRPr sz="500" b="0" i="0">
              <a:solidFill>
                <a:srgbClr val="646466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4089286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139C51-47D6-267B-7907-2BE3ACBFFA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0"/>
            <a:ext cx="7772400" cy="43765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7C5042-9A49-C599-F123-866B919527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1"/>
            <a:ext cx="7450681" cy="5148263"/>
          </a:xfrm>
          <a:prstGeom prst="rect">
            <a:avLst/>
          </a:prstGeom>
        </p:spPr>
      </p:pic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54A30612-D545-172D-399C-549E9E651A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5573" y="3478278"/>
            <a:ext cx="6990796" cy="598837"/>
          </a:xfrm>
        </p:spPr>
        <p:txBody>
          <a:bodyPr>
            <a:noAutofit/>
          </a:bodyPr>
          <a:lstStyle>
            <a:lvl1pPr marL="7938" indent="0" algn="l">
              <a:buNone/>
              <a:tabLst/>
              <a:defRPr sz="4800" b="1" i="0" spc="-150">
                <a:gradFill>
                  <a:gsLst>
                    <a:gs pos="0">
                      <a:srgbClr val="6C81FF"/>
                    </a:gs>
                    <a:gs pos="67000">
                      <a:srgbClr val="FF8791"/>
                    </a:gs>
                    <a:gs pos="34000">
                      <a:srgbClr val="C08DFF"/>
                    </a:gs>
                    <a:gs pos="100000">
                      <a:srgbClr val="F9B570"/>
                    </a:gs>
                  </a:gsLst>
                  <a:lin ang="0" scaled="1"/>
                </a:gra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0" name="Google Shape;28;p5">
            <a:extLst>
              <a:ext uri="{FF2B5EF4-FFF2-40B4-BE49-F238E27FC236}">
                <a16:creationId xmlns:a16="http://schemas.microsoft.com/office/drawing/2014/main" id="{7B19CFC4-9C71-52EE-BC27-259E9E4AC44E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1" name="Google Shape;8;p1">
            <a:extLst>
              <a:ext uri="{FF2B5EF4-FFF2-40B4-BE49-F238E27FC236}">
                <a16:creationId xmlns:a16="http://schemas.microsoft.com/office/drawing/2014/main" id="{B64C6F1E-0CAC-6FB4-E33D-01A4A3DA3758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lang="en" sz="500" b="0" i="0">
                <a:solidFill>
                  <a:srgbClr val="646466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©2026 HASHICORP</a:t>
            </a:r>
            <a:endParaRPr sz="500" b="0" i="0">
              <a:solidFill>
                <a:srgbClr val="646466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289B20-B463-4B07-C183-55CEB38EB71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6687" y="619125"/>
            <a:ext cx="1909826" cy="459685"/>
          </a:xfrm>
          <a:prstGeom prst="rect">
            <a:avLst/>
          </a:prstGeom>
        </p:spPr>
      </p:pic>
      <p:pic>
        <p:nvPicPr>
          <p:cNvPr id="14" name="Picture 13" descr="A black background with white lines&#10;&#10;AI-generated content may be incorrect.">
            <a:extLst>
              <a:ext uri="{FF2B5EF4-FFF2-40B4-BE49-F238E27FC236}">
                <a16:creationId xmlns:a16="http://schemas.microsoft.com/office/drawing/2014/main" id="{80CD19E5-27C8-5014-E475-F2A14291742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83434" y="0"/>
            <a:ext cx="4960566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028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75DC3B-A31D-9989-0264-7E24078259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2381"/>
            <a:ext cx="9143998" cy="5143499"/>
          </a:xfrm>
          <a:prstGeom prst="rect">
            <a:avLst/>
          </a:prstGeom>
        </p:spPr>
      </p:pic>
      <p:sp>
        <p:nvSpPr>
          <p:cNvPr id="8" name="Google Shape;28;p5">
            <a:extLst>
              <a:ext uri="{FF2B5EF4-FFF2-40B4-BE49-F238E27FC236}">
                <a16:creationId xmlns:a16="http://schemas.microsoft.com/office/drawing/2014/main" id="{396956E5-A8FC-0811-9D67-6D820BD360DB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2954005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-column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C7EBB8FE-2F85-C30E-1A71-440C4C5F7A5F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11622983-A97C-2AF9-1AC5-E10756C472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6B64B0AA-ADE8-F2FB-DFA5-2AD3C0D842A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9E4BA3-CCCB-E71F-8C1D-6C915CC21A4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10623" y="1463050"/>
            <a:ext cx="2458984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BB2E2-A9BF-4398-E81D-46FFF0CA9B5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42508" y="1463050"/>
            <a:ext cx="2458984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CBC978-8C8C-50AE-11C3-199DBB39846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78541" y="1463050"/>
            <a:ext cx="2458984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24260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-column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D8718C72-B673-EA2B-2D36-3918F5B1F9F1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A347E04F-3979-87AA-35FE-64FA6FEF50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B4E27F7B-8762-8142-F360-060F4184F18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78C9BC-C6F3-8A54-FD77-B2BC3A985A4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11425" y="1463050"/>
            <a:ext cx="1828751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539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EE8780-9C38-79A9-C309-45C695DF88D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580641" y="1463050"/>
            <a:ext cx="1828751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539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AAFE83B-5310-201C-25F9-F30E3052690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749857" y="1463050"/>
            <a:ext cx="1828751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539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6C942C-A1D6-29D9-198F-F9ADF159454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03799" y="1463050"/>
            <a:ext cx="1828751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539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97303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 body + bullet list, 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73B999F2-A5A9-3E76-4578-611E4D02FAEF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7AC84A7-C182-577D-9201-19E703758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189F6355-9F14-E124-8A1F-3ADAB625F47D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560495-55A2-9747-CD33-B48F59E9470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11451" y="1463050"/>
            <a:ext cx="1828800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68897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042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087438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67D8EB-D28F-D930-74D6-D7152EE35E04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11451" y="2924846"/>
            <a:ext cx="1828800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635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7A8C85-C4CC-FB61-63DC-37FB8018559D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2582373" y="1463050"/>
            <a:ext cx="1828800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68897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042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087438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F89D3F-41BE-6B5E-2DF1-B0AF7BE0793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59142" y="1463050"/>
            <a:ext cx="1828800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68897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042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087438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091198-CCF3-C704-BA17-B6DDB3E4D13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899335" y="1463050"/>
            <a:ext cx="1828800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68897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042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087438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97B4C70-66AE-AB12-F7F0-EC00B9F8A0E4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2582373" y="2924846"/>
            <a:ext cx="1828800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635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D6137FB-7451-5E95-8DBD-CCA05A12916E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759142" y="2924846"/>
            <a:ext cx="1828800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635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764436-6BAD-1249-081A-D8E005449A13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899335" y="2924846"/>
            <a:ext cx="1828800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635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58224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verlay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38;p126">
            <a:extLst>
              <a:ext uri="{FF2B5EF4-FFF2-40B4-BE49-F238E27FC236}">
                <a16:creationId xmlns:a16="http://schemas.microsoft.com/office/drawing/2014/main" id="{0E19E570-D52A-8E06-288B-AA02BE88D003}"/>
              </a:ext>
            </a:extLst>
          </p:cNvPr>
          <p:cNvPicPr preferRelativeResize="0"/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;p5">
            <a:extLst>
              <a:ext uri="{FF2B5EF4-FFF2-40B4-BE49-F238E27FC236}">
                <a16:creationId xmlns:a16="http://schemas.microsoft.com/office/drawing/2014/main" id="{0C80D52B-A353-3FFD-CCB8-59051D05C577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646466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646466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C8831995-F315-4071-12E1-8BD4E75447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 kern="1200" dirty="0">
                <a:solidFill>
                  <a:schemeClr val="tx1"/>
                </a:solidFill>
                <a:latin typeface="Inter SemiBold"/>
                <a:ea typeface="Inter SemiBold"/>
                <a:cs typeface="Inter SemiBold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951;p69">
            <a:extLst>
              <a:ext uri="{FF2B5EF4-FFF2-40B4-BE49-F238E27FC236}">
                <a16:creationId xmlns:a16="http://schemas.microsoft.com/office/drawing/2014/main" id="{206F96A9-9595-E66A-069D-BFC314727E7B}"/>
              </a:ext>
            </a:extLst>
          </p:cNvPr>
          <p:cNvSpPr/>
          <p:nvPr userDrawn="1"/>
        </p:nvSpPr>
        <p:spPr>
          <a:xfrm>
            <a:off x="411575" y="1038625"/>
            <a:ext cx="8321100" cy="3680400"/>
          </a:xfrm>
          <a:prstGeom prst="round2SameRect">
            <a:avLst>
              <a:gd name="adj1" fmla="val 1170"/>
              <a:gd name="adj2" fmla="val 0"/>
            </a:avLst>
          </a:prstGeom>
          <a:gradFill>
            <a:gsLst>
              <a:gs pos="0">
                <a:srgbClr val="3D3D3D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Google Shape;957;p69">
            <a:extLst>
              <a:ext uri="{FF2B5EF4-FFF2-40B4-BE49-F238E27FC236}">
                <a16:creationId xmlns:a16="http://schemas.microsoft.com/office/drawing/2014/main" id="{D69F1959-CEBA-6B01-B2FA-686CA5271A20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11575" y="1239500"/>
            <a:ext cx="8321100" cy="39039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784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Terra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25341C-83AF-95F2-CE9B-F4C34881C45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F4EC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Google Shape;586;p92">
            <a:extLst>
              <a:ext uri="{FF2B5EF4-FFF2-40B4-BE49-F238E27FC236}">
                <a16:creationId xmlns:a16="http://schemas.microsoft.com/office/drawing/2014/main" id="{4C6765A7-5EDB-FA7F-04D1-0E780973FE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 kern="1200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" name="Google Shape;587;p92">
            <a:extLst>
              <a:ext uri="{FF2B5EF4-FFF2-40B4-BE49-F238E27FC236}">
                <a16:creationId xmlns:a16="http://schemas.microsoft.com/office/drawing/2014/main" id="{A39A9229-D03D-B982-5211-B8C1B6A90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6" name="Google Shape;588;p92">
            <a:extLst>
              <a:ext uri="{FF2B5EF4-FFF2-40B4-BE49-F238E27FC236}">
                <a16:creationId xmlns:a16="http://schemas.microsoft.com/office/drawing/2014/main" id="{92799347-599E-9751-78B1-04472FDA87B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pic>
        <p:nvPicPr>
          <p:cNvPr id="7" name="Google Shape;589;p92">
            <a:extLst>
              <a:ext uri="{FF2B5EF4-FFF2-40B4-BE49-F238E27FC236}">
                <a16:creationId xmlns:a16="http://schemas.microsoft.com/office/drawing/2014/main" id="{629DE68E-F298-0B64-55BE-490974382E25}"/>
              </a:ext>
            </a:extLst>
          </p:cNvPr>
          <p:cNvPicPr preferRelativeResize="0"/>
          <p:nvPr userDrawn="1"/>
        </p:nvPicPr>
        <p:blipFill>
          <a:blip r:embed="rId2"/>
          <a:srcRect t="267" b="267"/>
          <a:stretch/>
        </p:blipFill>
        <p:spPr>
          <a:xfrm>
            <a:off x="411474" y="448848"/>
            <a:ext cx="1865628" cy="48408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;p1">
            <a:extLst>
              <a:ext uri="{FF2B5EF4-FFF2-40B4-BE49-F238E27FC236}">
                <a16:creationId xmlns:a16="http://schemas.microsoft.com/office/drawing/2014/main" id="{45A1E7E9-8E25-4712-5C8B-45B2DE72454E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646466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646466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3BCB1EE9-9B56-4585-E7E2-DD296C9A9F06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505052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27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Pa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9A5021-A40A-C756-B8CD-7F923873FE6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4F2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594;p93">
            <a:extLst>
              <a:ext uri="{FF2B5EF4-FFF2-40B4-BE49-F238E27FC236}">
                <a16:creationId xmlns:a16="http://schemas.microsoft.com/office/drawing/2014/main" id="{FB2A856B-6AFB-BB05-0902-E8D23B80CA19}"/>
              </a:ext>
            </a:extLst>
          </p:cNvPr>
          <p:cNvPicPr preferRelativeResize="0"/>
          <p:nvPr userDrawn="1"/>
        </p:nvPicPr>
        <p:blipFill>
          <a:blip r:embed="rId2"/>
          <a:srcRect t="242" b="242"/>
          <a:stretch/>
        </p:blipFill>
        <p:spPr>
          <a:xfrm>
            <a:off x="411475" y="450653"/>
            <a:ext cx="1609416" cy="4804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2E7DCDFC-AD0B-D102-AC8F-8E4873922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36D6F5B2-CF70-F18C-E249-54C20B5D8F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57642220-107A-2BE3-3A26-B3099773EE0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F9B6A215-406F-D0C9-8952-A552B17CAD27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646466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646466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DCD569F1-82AB-C7A1-9C5C-03CB3ACB443C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505052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75938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Way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6972AA-FFFC-E2F0-9998-E793F93B004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7F8F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599;p94">
            <a:extLst>
              <a:ext uri="{FF2B5EF4-FFF2-40B4-BE49-F238E27FC236}">
                <a16:creationId xmlns:a16="http://schemas.microsoft.com/office/drawing/2014/main" id="{5BC582AA-4D72-CD6A-C2C0-74329480DD19}"/>
              </a:ext>
            </a:extLst>
          </p:cNvPr>
          <p:cNvPicPr preferRelativeResize="0"/>
          <p:nvPr userDrawn="1"/>
        </p:nvPicPr>
        <p:blipFill>
          <a:blip r:embed="rId2"/>
          <a:srcRect t="320" b="320"/>
          <a:stretch/>
        </p:blipFill>
        <p:spPr>
          <a:xfrm>
            <a:off x="411475" y="450653"/>
            <a:ext cx="1773119" cy="4804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220177C0-7561-84F8-C76A-41AF1A3712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6852CEF0-2448-9FE1-BFA6-21FBF4CCC8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4EE74FA9-BB71-92DC-4CDE-AB1F2B91684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F0F81006-3C78-B972-9CCA-BAF764CFB9C8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646466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646466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4AC306C7-F9D2-9ECA-66CA-E0E4F39CB108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505052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28496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Nom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8FB0962-494B-360A-568A-A38070D2F10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3FDE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604;p95">
            <a:extLst>
              <a:ext uri="{FF2B5EF4-FFF2-40B4-BE49-F238E27FC236}">
                <a16:creationId xmlns:a16="http://schemas.microsoft.com/office/drawing/2014/main" id="{4CFC988B-2C1E-4BA4-A610-59753551AEA4}"/>
              </a:ext>
            </a:extLst>
          </p:cNvPr>
          <p:cNvPicPr preferRelativeResize="0"/>
          <p:nvPr userDrawn="1"/>
        </p:nvPicPr>
        <p:blipFill>
          <a:blip r:embed="rId2"/>
          <a:srcRect l="33" r="33"/>
          <a:stretch/>
        </p:blipFill>
        <p:spPr>
          <a:xfrm>
            <a:off x="411475" y="450652"/>
            <a:ext cx="1520520" cy="4804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EB429FC7-9E0F-BBAD-94FF-B319D557B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7954874F-9DAF-BA3B-C5F8-4B9063919C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6286E275-9955-83A4-B291-C6ACA50814B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414C5ED3-B0C5-6844-D837-E96803DF8EE8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646466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646466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E3E483F4-E908-ED25-D243-26663565A154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505052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17459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V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8254FA-5CF1-3F9E-D08C-AEC4AD087547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FFF6D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609;p96">
            <a:extLst>
              <a:ext uri="{FF2B5EF4-FFF2-40B4-BE49-F238E27FC236}">
                <a16:creationId xmlns:a16="http://schemas.microsoft.com/office/drawing/2014/main" id="{EDBDB62B-EDD2-B01D-CA73-E271BF6D34C8}"/>
              </a:ext>
            </a:extLst>
          </p:cNvPr>
          <p:cNvPicPr preferRelativeResize="0"/>
          <p:nvPr userDrawn="1"/>
        </p:nvPicPr>
        <p:blipFill>
          <a:blip r:embed="rId2"/>
          <a:srcRect l="71" r="71"/>
          <a:stretch/>
        </p:blipFill>
        <p:spPr>
          <a:xfrm>
            <a:off x="411475" y="450652"/>
            <a:ext cx="1312801" cy="4804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E72F9930-D7D2-A0A0-7D96-BD017E3DA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CDB04850-B859-2469-2878-4B097E6D6B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430D30AD-C56A-5BD5-0B99-DEE924676F9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AD3FCED0-D4E9-2227-99B8-9AB3C68A49DB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646466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646466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44B318AE-E0BD-FDF7-049F-0824D20A1A4C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505052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90533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Vaul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F2C482-2910-4492-7ECF-FF74D74056D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FFF6D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611;p97">
            <a:extLst>
              <a:ext uri="{FF2B5EF4-FFF2-40B4-BE49-F238E27FC236}">
                <a16:creationId xmlns:a16="http://schemas.microsoft.com/office/drawing/2014/main" id="{7C8B8078-57BB-0DC8-34A4-2A38DE617491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415395" y="450658"/>
            <a:ext cx="2529245" cy="4804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1E810C2C-24EA-807B-92EB-708E02209B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CEACE117-E2F9-ADE6-AEA2-6B94EAAFC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30480C8E-AB47-7D11-FDF2-F8DE3F25A68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A1E5F0FE-DDCB-0CC3-CB8F-CBBA8FE330B1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646466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646466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720F3CFF-FC86-CC06-19F0-17D4F1D0F0BF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505052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04971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Bou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67F79E0-02B7-28D1-1FAE-4596FC340296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FFECE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619;p98">
            <a:extLst>
              <a:ext uri="{FF2B5EF4-FFF2-40B4-BE49-F238E27FC236}">
                <a16:creationId xmlns:a16="http://schemas.microsoft.com/office/drawing/2014/main" id="{12A51561-0BB4-5087-9ED0-519B212DA872}"/>
              </a:ext>
            </a:extLst>
          </p:cNvPr>
          <p:cNvPicPr preferRelativeResize="0"/>
          <p:nvPr userDrawn="1"/>
        </p:nvPicPr>
        <p:blipFill>
          <a:blip r:embed="rId2"/>
          <a:srcRect l="26" r="26"/>
          <a:stretch/>
        </p:blipFill>
        <p:spPr>
          <a:xfrm>
            <a:off x="411475" y="450652"/>
            <a:ext cx="1914287" cy="4804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66CD1FAE-9B2F-5DF7-13D1-89A584EFC3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89958FBC-C4F3-2512-6112-6DA1BBBF5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7B9B33E7-FDA4-D45D-22D6-ED6B1CEC3FB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D1874833-506E-A5B9-1732-C7370244DC3C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646466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646466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2412BBA4-510A-1A77-263D-3B669CFA310B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505052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47203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Cons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2363515-4137-B5E4-DAD7-F2CE66E3F21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FFE9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624;p99">
            <a:extLst>
              <a:ext uri="{FF2B5EF4-FFF2-40B4-BE49-F238E27FC236}">
                <a16:creationId xmlns:a16="http://schemas.microsoft.com/office/drawing/2014/main" id="{464C7573-2007-9A01-C3AF-6B56DA245D12}"/>
              </a:ext>
            </a:extLst>
          </p:cNvPr>
          <p:cNvPicPr preferRelativeResize="0"/>
          <p:nvPr userDrawn="1"/>
        </p:nvPicPr>
        <p:blipFill>
          <a:blip r:embed="rId2"/>
          <a:srcRect t="29" b="29"/>
          <a:stretch/>
        </p:blipFill>
        <p:spPr>
          <a:xfrm>
            <a:off x="411475" y="450652"/>
            <a:ext cx="1515731" cy="4804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95F6AD5A-67CF-52CF-88F6-F23E63C059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A1E35FCF-DEF5-8542-CEFD-FB905D45EB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FEB89B11-616A-B06A-68DD-D531F0C9AA3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761930D1-7A2B-7767-3EDB-64823C47A2FA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646466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646466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CC008917-1DE3-3178-2F21-33907C2389C4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505052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2539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87;p92">
            <a:extLst>
              <a:ext uri="{FF2B5EF4-FFF2-40B4-BE49-F238E27FC236}">
                <a16:creationId xmlns:a16="http://schemas.microsoft.com/office/drawing/2014/main" id="{BEDB12CB-F7F6-A7BC-77C7-492A47B216C1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rgbClr val="D9D9D9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9D9D9"/>
                </a:solidFill>
                <a:latin typeface="Inter" panose="02000503000000020004" pitchFamily="2" charset="0"/>
                <a:ea typeface="Inter" panose="02000503000000020004" pitchFamily="2" charset="0"/>
              </a:rPr>
              <a:t>Your Name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9D9D9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Company</a:t>
            </a:r>
          </a:p>
        </p:txBody>
      </p:sp>
      <p:sp>
        <p:nvSpPr>
          <p:cNvPr id="4" name="Google Shape;587;p92">
            <a:extLst>
              <a:ext uri="{FF2B5EF4-FFF2-40B4-BE49-F238E27FC236}">
                <a16:creationId xmlns:a16="http://schemas.microsoft.com/office/drawing/2014/main" id="{C3009127-9FAC-9493-6C6D-EB51DE07DD27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154680" y="3776472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rgbClr val="D9D9D9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 sz="1400">
                <a:solidFill>
                  <a:srgbClr val="D9D9D9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 sz="1400">
                <a:solidFill>
                  <a:srgbClr val="D9D9D9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 sz="1400">
                <a:solidFill>
                  <a:srgbClr val="D9D9D9"/>
                </a:solidFill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9D9D9"/>
                </a:solidFill>
                <a:latin typeface="Inter" panose="02000503000000020004" pitchFamily="2" charset="0"/>
                <a:ea typeface="Inter" panose="02000503000000020004" pitchFamily="2" charset="0"/>
              </a:rPr>
              <a:t>Your Name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9D9D9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14073944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yebro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2;p3">
            <a:extLst>
              <a:ext uri="{FF2B5EF4-FFF2-40B4-BE49-F238E27FC236}">
                <a16:creationId xmlns:a16="http://schemas.microsoft.com/office/drawing/2014/main" id="{7CE785EA-11E0-694E-8679-8808AC0FA2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619334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spc="-50" baseline="0" dirty="0">
                <a:solidFill>
                  <a:schemeClr val="tx2"/>
                </a:solidFill>
                <a:latin typeface="Inter SemiBold"/>
                <a:ea typeface="Inter SemiBold"/>
                <a:cs typeface="Inter SemiBold"/>
              </a:defRPr>
            </a:lvl1pPr>
          </a:lstStyle>
          <a:p>
            <a:pPr lvl="0" defTabSz="914400">
              <a:spcBef>
                <a:spcPts val="0"/>
              </a:spcBef>
              <a:spcAft>
                <a:spcPts val="0"/>
              </a:spcAft>
              <a:buSzPts val="2600"/>
              <a:buFont typeface="Inter SemiBold"/>
            </a:pPr>
            <a:endParaRPr/>
          </a:p>
        </p:txBody>
      </p:sp>
      <p:sp>
        <p:nvSpPr>
          <p:cNvPr id="7" name="Google Shape;23;p3">
            <a:extLst>
              <a:ext uri="{FF2B5EF4-FFF2-40B4-BE49-F238E27FC236}">
                <a16:creationId xmlns:a16="http://schemas.microsoft.com/office/drawing/2014/main" id="{8080AA86-5674-726B-6E7E-E6E992F15D14}"/>
              </a:ext>
            </a:extLst>
          </p:cNvPr>
          <p:cNvSpPr txBox="1">
            <a:spLocks noGrp="1"/>
          </p:cNvSpPr>
          <p:nvPr>
            <p:ph type="subTitle" idx="4" hasCustomPrompt="1"/>
          </p:nvPr>
        </p:nvSpPr>
        <p:spPr>
          <a:xfrm>
            <a:off x="411475" y="365750"/>
            <a:ext cx="8321100" cy="16927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100" b="0" i="0">
                <a:solidFill>
                  <a:schemeClr val="bg1">
                    <a:lumMod val="65000"/>
                  </a:schemeClr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r>
              <a:rPr lang="en-US"/>
              <a:t>Click to add eyebrow</a:t>
            </a:r>
            <a:endParaRPr/>
          </a:p>
        </p:txBody>
      </p:sp>
      <p:sp>
        <p:nvSpPr>
          <p:cNvPr id="2" name="Google Shape;28;p5">
            <a:extLst>
              <a:ext uri="{FF2B5EF4-FFF2-40B4-BE49-F238E27FC236}">
                <a16:creationId xmlns:a16="http://schemas.microsoft.com/office/drawing/2014/main" id="{65695E6D-190B-03A3-AC14-2CF895C3908C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00" b="0" i="0" u="none" strike="noStrike" cap="none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2665934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7" name="Google Shape;8;p1">
            <a:extLst>
              <a:ext uri="{FF2B5EF4-FFF2-40B4-BE49-F238E27FC236}">
                <a16:creationId xmlns:a16="http://schemas.microsoft.com/office/drawing/2014/main" id="{90C9DAC7-CC55-09AF-66DF-8D248E4200D1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lang="en" sz="500" b="0" i="0">
                <a:solidFill>
                  <a:srgbClr val="646466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©2026 HASHICORP</a:t>
            </a:r>
            <a:endParaRPr sz="500" b="0" i="0">
              <a:solidFill>
                <a:srgbClr val="646466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8" name="Google Shape;9;p1">
            <a:extLst>
              <a:ext uri="{FF2B5EF4-FFF2-40B4-BE49-F238E27FC236}">
                <a16:creationId xmlns:a16="http://schemas.microsoft.com/office/drawing/2014/main" id="{8F7EBD46-C096-D49A-5C12-46BEB2C3B0E4}"/>
              </a:ext>
            </a:extLst>
          </p:cNvPr>
          <p:cNvSpPr/>
          <p:nvPr userDrawn="1"/>
        </p:nvSpPr>
        <p:spPr>
          <a:xfrm>
            <a:off x="8769096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endParaRPr sz="500" b="0" i="0" u="none" strike="noStrike" cap="none">
              <a:solidFill>
                <a:srgbClr val="505052"/>
              </a:solidFill>
              <a:latin typeface="Inter" panose="02000503000000020004" pitchFamily="2" charset="0"/>
              <a:ea typeface="Inter" panose="02000503000000020004" pitchFamily="2" charset="0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1935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672" r:id="rId36"/>
    <p:sldLayoutId id="2147483673" r:id="rId37"/>
    <p:sldLayoutId id="2147483676" r:id="rId38"/>
    <p:sldLayoutId id="2147483687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734" r:id="rId4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40</Slides>
  <Notes>35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Table of Contents/ Agenda</vt:lpstr>
      <vt:lpstr>Presenter slides</vt:lpstr>
      <vt:lpstr>First Name Surname</vt:lpstr>
      <vt:lpstr>PowerPoint Presentation</vt:lpstr>
      <vt:lpstr>Content slides</vt:lpstr>
      <vt:lpstr>PowerPoint Presentation</vt:lpstr>
      <vt:lpstr>PowerPoint Presentation</vt:lpstr>
      <vt:lpstr>Slide Title / 1-line max</vt:lpstr>
      <vt:lpstr>Slide Title / 1-line max</vt:lpstr>
      <vt:lpstr>Slide Title / 1-line max</vt:lpstr>
      <vt:lpstr>Slide Title / 1-line max</vt:lpstr>
      <vt:lpstr>Slide Title / 1-line max</vt:lpstr>
      <vt:lpstr>Slide Title / 1-line max</vt:lpstr>
      <vt:lpstr>Slide Title / 1-line max</vt:lpstr>
      <vt:lpstr>Slide Title / 1-line max</vt:lpstr>
      <vt:lpstr>Copy + Images Slides</vt:lpstr>
      <vt:lpstr>Slide Title / 1-line max</vt:lpstr>
      <vt:lpstr>Slide Title / 1-line max</vt:lpstr>
      <vt:lpstr>Slide Title / 1-line max</vt:lpstr>
      <vt:lpstr>Slide Title / 1-line max</vt:lpstr>
      <vt:lpstr>Case study</vt:lpstr>
      <vt:lpstr>Canva scales securely</vt:lpstr>
      <vt:lpstr>Metric Slides</vt:lpstr>
      <vt:lpstr>Slide Title / 1-line max</vt:lpstr>
      <vt:lpstr>Slide Title / 1-line max</vt:lpstr>
      <vt:lpstr>PowerPoint Presentation</vt:lpstr>
      <vt:lpstr>Logo assets</vt:lpstr>
      <vt:lpstr>Corporate &amp; HCP logos</vt:lpstr>
      <vt:lpstr>Product line / Attributed logos</vt:lpstr>
      <vt:lpstr>Self-managed logos</vt:lpstr>
      <vt:lpstr>Community logos</vt:lpstr>
      <vt:lpstr>Logomarks</vt:lpstr>
      <vt:lpstr>Product colors</vt:lpstr>
      <vt:lpstr>Core colors in this deck</vt:lpstr>
      <vt:lpstr>Icon assets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Cristina Anichini</dc:creator>
  <cp:revision>1</cp:revision>
  <dcterms:created xsi:type="dcterms:W3CDTF">2025-10-02T22:52:28Z</dcterms:created>
  <dcterms:modified xsi:type="dcterms:W3CDTF">2026-01-28T21:38:31Z</dcterms:modified>
</cp:coreProperties>
</file>